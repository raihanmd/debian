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Masters/slideMaster3.xml" ContentType="application/vnd.openxmlformats-officedocument.presentationml.slideMaster+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notesMasters/notesMaster1.xml" ContentType="application/vnd.openxmlformats-officedocument.presentationml.notesMaster+xml"/>
  <Override PartName="/ppt/theme/theme4.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embedTrueTypeFonts="1" saveSubsetFonts="1" strictFirstAndLastChars="0">
  <p:sldMasterIdLst>
    <p:sldMasterId id="2147483648" r:id="rId1"/>
    <p:sldMasterId id="2147483649" r:id="rId2"/>
    <p:sldMasterId id="2147483650" r:id="rId3"/>
  </p:sldMasterIdLst>
  <p:notesMasterIdLst>
    <p:notesMasterId r:id="rId4"/>
  </p:notesMasterIdLst>
  <p:sldIdLst>
    <p:sldId id="257" r:id="rId5"/>
    <p:sldId id="258" r:id="rId6"/>
    <p:sldId id="259" r:id="rId7"/>
    <p:sldId id="260" r:id="rId8"/>
    <p:sldId id="261" r:id="rId9"/>
    <p:sldId id="262" r:id="rId10"/>
    <p:sldId id="263" r:id="rId11"/>
    <p:sldId id="264" r:id="rId12"/>
    <p:sldId id="265" r:id="rId13"/>
  </p:sldIdLst>
  <p:sldSz type="screen16x9" cy="5143500" cx="9144000"/>
  <p:notesSz cx="6858000" cy="9144000"/>
  <p:embeddedFontLst>
    <p:embeddedFont>
      <p:font typeface="Lato" panose="020F0502020204030203" pitchFamily="34" charset="0"/>
      <p:regular r:id="rId14"/>
      <p:bold r:id="rId15"/>
      <p:italic r:id="rId16"/>
      <p:boldItalic r:id="rId17"/>
    </p:embeddedFont>
    <p:embeddedFont>
      <p:font typeface="Raleway" pitchFamily="2" charset="0"/>
      <p:regular r:id="rId18"/>
      <p:bold r:id="rId19"/>
      <p:italic r:id="rId20"/>
      <p:boldItalic r:id="rId21"/>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000000"/>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napToGrid="0">
      <p:cViewPr varScale="1">
        <p:scale>
          <a:sx n="89" d="100"/>
          <a:sy n="89" d="100"/>
        </p:scale>
        <p:origin x="84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tableStyles" Target="tableStyle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36" name="Shape 2"/>
        <p:cNvGrpSpPr/>
        <p:nvPr/>
      </p:nvGrpSpPr>
      <p:grpSpPr>
        <a:xfrm>
          <a:off x="0" y="0"/>
          <a:ext cx="0" cy="0"/>
          <a:chOff x="0" y="0"/>
          <a:chExt cx="0" cy="0"/>
        </a:xfrm>
      </p:grpSpPr>
      <p:sp>
        <p:nvSpPr>
          <p:cNvPr id="1048777" name="Google Shape;3;n"/>
          <p:cNvSpPr>
            <a:spLocks noChangeAspect="1" noRot="1" noGrp="1"/>
          </p:cNvSpPr>
          <p:nvPr>
            <p:ph type="sldImg" idx="2"/>
          </p:nvPr>
        </p:nvSpPr>
        <p:spPr>
          <a:xfrm>
            <a:off x="381300" y="685800"/>
            <a:ext cx="609607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78" name="Google Shape;4;n"/>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 name="Shape 159"/>
        <p:cNvGrpSpPr/>
        <p:nvPr/>
      </p:nvGrpSpPr>
      <p:grpSpPr>
        <a:xfrm>
          <a:off x="0" y="0"/>
          <a:ext cx="0" cy="0"/>
          <a:chOff x="0" y="0"/>
          <a:chExt cx="0" cy="0"/>
        </a:xfrm>
      </p:grpSpPr>
      <p:sp>
        <p:nvSpPr>
          <p:cNvPr id="1048588" name="Google Shape;160;p: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589" name="Google Shape;161;p: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 name="Shape 165"/>
        <p:cNvGrpSpPr/>
        <p:nvPr/>
      </p:nvGrpSpPr>
      <p:grpSpPr>
        <a:xfrm>
          <a:off x="0" y="0"/>
          <a:ext cx="0" cy="0"/>
          <a:chOff x="0" y="0"/>
          <a:chExt cx="0" cy="0"/>
        </a:xfrm>
      </p:grpSpPr>
      <p:sp>
        <p:nvSpPr>
          <p:cNvPr id="1048601" name="Google Shape;166;gf3928b6b40_0_17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02" name="Google Shape;167;gf3928b6b40_0_17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212"/>
        <p:cNvGrpSpPr/>
        <p:nvPr/>
      </p:nvGrpSpPr>
      <p:grpSpPr>
        <a:xfrm>
          <a:off x="0" y="0"/>
          <a:ext cx="0" cy="0"/>
          <a:chOff x="0" y="0"/>
          <a:chExt cx="0" cy="0"/>
        </a:xfrm>
      </p:grpSpPr>
      <p:sp>
        <p:nvSpPr>
          <p:cNvPr id="1048608" name="Google Shape;213;gf3928b6b40_0_27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09" name="Google Shape;214;gf3928b6b40_0_27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 name="Shape 217"/>
        <p:cNvGrpSpPr/>
        <p:nvPr/>
      </p:nvGrpSpPr>
      <p:grpSpPr>
        <a:xfrm>
          <a:off x="0" y="0"/>
          <a:ext cx="0" cy="0"/>
          <a:chOff x="0" y="0"/>
          <a:chExt cx="0" cy="0"/>
        </a:xfrm>
      </p:grpSpPr>
      <p:sp>
        <p:nvSpPr>
          <p:cNvPr id="1048612" name="Google Shape;218;gf3928b6b40_0_33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13" name="Google Shape;219;gf3928b6b40_0_33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190"/>
        <p:cNvGrpSpPr/>
        <p:nvPr/>
      </p:nvGrpSpPr>
      <p:grpSpPr>
        <a:xfrm>
          <a:off x="0" y="0"/>
          <a:ext cx="0" cy="0"/>
          <a:chOff x="0" y="0"/>
          <a:chExt cx="0" cy="0"/>
        </a:xfrm>
      </p:grpSpPr>
      <p:sp>
        <p:nvSpPr>
          <p:cNvPr id="1048615" name="Google Shape;191;gf3928b6b40_0_27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16" name="Google Shape;192;gf3928b6b40_0_27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195"/>
        <p:cNvGrpSpPr/>
        <p:nvPr/>
      </p:nvGrpSpPr>
      <p:grpSpPr>
        <a:xfrm>
          <a:off x="0" y="0"/>
          <a:ext cx="0" cy="0"/>
          <a:chOff x="0" y="0"/>
          <a:chExt cx="0" cy="0"/>
        </a:xfrm>
      </p:grpSpPr>
      <p:sp>
        <p:nvSpPr>
          <p:cNvPr id="1048619" name="Google Shape;196;gf3928b6b40_0_31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20" name="Google Shape;197;gf3928b6b40_0_31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 name="Shape 190"/>
        <p:cNvGrpSpPr/>
        <p:nvPr/>
      </p:nvGrpSpPr>
      <p:grpSpPr>
        <a:xfrm>
          <a:off x="0" y="0"/>
          <a:ext cx="0" cy="0"/>
          <a:chOff x="0" y="0"/>
          <a:chExt cx="0" cy="0"/>
        </a:xfrm>
      </p:grpSpPr>
      <p:sp>
        <p:nvSpPr>
          <p:cNvPr id="1048622" name="Google Shape;191;gf3928b6b40_0_27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23" name="Google Shape;192;gf3928b6b40_0_27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195"/>
        <p:cNvGrpSpPr/>
        <p:nvPr/>
      </p:nvGrpSpPr>
      <p:grpSpPr>
        <a:xfrm>
          <a:off x="0" y="0"/>
          <a:ext cx="0" cy="0"/>
          <a:chOff x="0" y="0"/>
          <a:chExt cx="0" cy="0"/>
        </a:xfrm>
      </p:grpSpPr>
      <p:sp>
        <p:nvSpPr>
          <p:cNvPr id="1048626" name="Google Shape;196;gf3928b6b40_0_31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27" name="Google Shape;197;gf3928b6b40_0_31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 name="Shape 190"/>
        <p:cNvGrpSpPr/>
        <p:nvPr/>
      </p:nvGrpSpPr>
      <p:grpSpPr>
        <a:xfrm>
          <a:off x="0" y="0"/>
          <a:ext cx="0" cy="0"/>
          <a:chOff x="0" y="0"/>
          <a:chExt cx="0" cy="0"/>
        </a:xfrm>
      </p:grpSpPr>
      <p:sp>
        <p:nvSpPr>
          <p:cNvPr id="1048636" name="Google Shape;191;gf3928b6b40_0_27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37" name="Google Shape;192;gf3928b6b40_0_27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25" name="Shape 9"/>
        <p:cNvGrpSpPr/>
        <p:nvPr/>
      </p:nvGrpSpPr>
      <p:grpSpPr>
        <a:xfrm>
          <a:off x="0" y="0"/>
          <a:ext cx="0" cy="0"/>
          <a:chOff x="0" y="0"/>
          <a:chExt cx="0" cy="0"/>
        </a:xfrm>
      </p:grpSpPr>
      <p:sp>
        <p:nvSpPr>
          <p:cNvPr id="1048579" name="Google Shape;10;p2"/>
          <p:cNvSpPr/>
          <p:nvPr/>
        </p:nvSpPr>
        <p:spPr>
          <a:xfrm>
            <a:off x="0" y="0"/>
            <a:ext cx="9144000" cy="4878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26" name="Google Shape;11;p2"/>
          <p:cNvGrpSpPr/>
          <p:nvPr/>
        </p:nvGrpSpPr>
        <p:grpSpPr>
          <a:xfrm>
            <a:off x="830392" y="1191256"/>
            <a:ext cx="745763" cy="45826"/>
            <a:chOff x="4580561" y="2589004"/>
            <a:chExt cx="1064464" cy="25200"/>
          </a:xfrm>
        </p:grpSpPr>
        <p:sp>
          <p:nvSpPr>
            <p:cNvPr id="1048580" name="Google Shape;12;p2"/>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1" name="Google Shape;13;p2"/>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582" name="Google Shape;14;p2"/>
          <p:cNvSpPr txBox="1">
            <a:spLocks noGrp="1"/>
          </p:cNvSpPr>
          <p:nvPr>
            <p:ph type="ctrTitle"/>
          </p:nvPr>
        </p:nvSpPr>
        <p:spPr>
          <a:xfrm>
            <a:off x="729450" y="1322450"/>
            <a:ext cx="7688100" cy="1664700"/>
          </a:xfrm>
          <a:prstGeom prst="rect"/>
        </p:spPr>
        <p:txBody>
          <a:bodyPr anchor="t" anchorCtr="0" bIns="91425" lIns="91425" rIns="91425" spcFirstLastPara="1" tIns="91425" wrap="square">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048583" name="Google Shape;15;p2"/>
          <p:cNvSpPr txBox="1">
            <a:spLocks noGrp="1"/>
          </p:cNvSpPr>
          <p:nvPr>
            <p:ph type="subTitle" idx="1"/>
          </p:nvPr>
        </p:nvSpPr>
        <p:spPr>
          <a:xfrm>
            <a:off x="729627" y="3172900"/>
            <a:ext cx="7688100" cy="541200"/>
          </a:xfrm>
          <a:prstGeom prst="rect"/>
        </p:spPr>
        <p:txBody>
          <a:bodyPr anchor="t" anchorCtr="0" bIns="91425" lIns="91425" rIns="91425" spcFirstLastPara="1" tIns="91425" wrap="square">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048584" name="Google Shape;16;p2"/>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03" name="Shape 17"/>
        <p:cNvGrpSpPr/>
        <p:nvPr/>
      </p:nvGrpSpPr>
      <p:grpSpPr>
        <a:xfrm>
          <a:off x="0" y="0"/>
          <a:ext cx="0" cy="0"/>
          <a:chOff x="0" y="0"/>
          <a:chExt cx="0" cy="0"/>
        </a:xfrm>
      </p:grpSpPr>
      <p:grpSp>
        <p:nvGrpSpPr>
          <p:cNvPr id="104" name="Google Shape;18;p3"/>
          <p:cNvGrpSpPr/>
          <p:nvPr/>
        </p:nvGrpSpPr>
        <p:grpSpPr>
          <a:xfrm>
            <a:off x="830392" y="1191256"/>
            <a:ext cx="745763" cy="45826"/>
            <a:chOff x="4580561" y="2589004"/>
            <a:chExt cx="1064464" cy="25200"/>
          </a:xfrm>
        </p:grpSpPr>
        <p:sp>
          <p:nvSpPr>
            <p:cNvPr id="1048688" name="Google Shape;19;p3"/>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9" name="Google Shape;20;p3"/>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90" name="Google Shape;21;p3"/>
          <p:cNvSpPr txBox="1">
            <a:spLocks noGrp="1"/>
          </p:cNvSpPr>
          <p:nvPr>
            <p:ph type="title"/>
          </p:nvPr>
        </p:nvSpPr>
        <p:spPr>
          <a:xfrm>
            <a:off x="729450" y="1322450"/>
            <a:ext cx="7688400" cy="1518600"/>
          </a:xfrm>
          <a:prstGeom prst="rect"/>
        </p:spPr>
        <p:txBody>
          <a:bodyPr anchor="t" anchorCtr="0" bIns="91425" lIns="91425" rIns="91425" spcFirstLastPara="1" tIns="91425" wrap="square">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048691" name="Google Shape;22;p3"/>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08" name="Shape 23"/>
        <p:cNvGrpSpPr/>
        <p:nvPr/>
      </p:nvGrpSpPr>
      <p:grpSpPr>
        <a:xfrm>
          <a:off x="0" y="0"/>
          <a:ext cx="0" cy="0"/>
          <a:chOff x="0" y="0"/>
          <a:chExt cx="0" cy="0"/>
        </a:xfrm>
      </p:grpSpPr>
      <p:sp>
        <p:nvSpPr>
          <p:cNvPr id="1048699" name="Google Shape;24;p4"/>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09" name="Google Shape;25;p4"/>
          <p:cNvGrpSpPr/>
          <p:nvPr/>
        </p:nvGrpSpPr>
        <p:grpSpPr>
          <a:xfrm>
            <a:off x="830392" y="1191256"/>
            <a:ext cx="745763" cy="45826"/>
            <a:chOff x="4580561" y="2589004"/>
            <a:chExt cx="1064464" cy="25200"/>
          </a:xfrm>
        </p:grpSpPr>
        <p:sp>
          <p:nvSpPr>
            <p:cNvPr id="1048700" name="Google Shape;26;p4"/>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1" name="Google Shape;27;p4"/>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702" name="Google Shape;28;p4"/>
          <p:cNvSpPr txBox="1">
            <a:spLocks noGrp="1"/>
          </p:cNvSpPr>
          <p:nvPr>
            <p:ph type="title"/>
          </p:nvPr>
        </p:nvSpPr>
        <p:spPr>
          <a:xfrm>
            <a:off x="729450" y="1318650"/>
            <a:ext cx="7688700" cy="535200"/>
          </a:xfrm>
          <a:prstGeom prst="rect"/>
        </p:spPr>
        <p:txBody>
          <a:bodyPr anchor="t" anchorCtr="0" bIns="91425" lIns="91425" rIns="91425" spcFirstLastPara="1" tIns="91425" wrap="square">
            <a:normAutofit fontScale="96154"/>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048703" name="Google Shape;29;p4"/>
          <p:cNvSpPr txBox="1">
            <a:spLocks noGrp="1"/>
          </p:cNvSpPr>
          <p:nvPr>
            <p:ph type="body" idx="1"/>
          </p:nvPr>
        </p:nvSpPr>
        <p:spPr>
          <a:xfrm>
            <a:off x="729450" y="2078875"/>
            <a:ext cx="7688700" cy="2261100"/>
          </a:xfrm>
          <a:prstGeom prst="rect"/>
        </p:spPr>
        <p:txBody>
          <a:bodyPr anchor="t" anchorCtr="0" bIns="91425" lIns="91425" rIns="91425" spcFirstLastPara="1" tIns="91425" wrap="square">
            <a:normAutofit/>
          </a:bodyPr>
          <a:lstStyle>
            <a:lvl1pPr indent="-311150" lvl="0" marL="457200">
              <a:spcBef>
                <a:spcPts val="0"/>
              </a:spcBef>
              <a:spcAft>
                <a:spcPts val="0"/>
              </a:spcAft>
              <a:buSzPts val="1300"/>
              <a:buChar char="●"/>
            </a:lvl1pPr>
            <a:lvl2pPr indent="-298450" lvl="1" marL="914400">
              <a:spcBef>
                <a:spcPts val="0"/>
              </a:spcBef>
              <a:spcAft>
                <a:spcPts val="0"/>
              </a:spcAft>
              <a:buSzPts val="1100"/>
              <a:buChar char="○"/>
            </a:lvl2pPr>
            <a:lvl3pPr indent="-298450" lvl="2" marL="1371600">
              <a:spcBef>
                <a:spcPts val="0"/>
              </a:spcBef>
              <a:spcAft>
                <a:spcPts val="0"/>
              </a:spcAft>
              <a:buSzPts val="1100"/>
              <a:buChar char="■"/>
            </a:lvl3pPr>
            <a:lvl4pPr indent="-298450" lvl="3" marL="1828800">
              <a:spcBef>
                <a:spcPts val="0"/>
              </a:spcBef>
              <a:spcAft>
                <a:spcPts val="0"/>
              </a:spcAft>
              <a:buSzPts val="1100"/>
              <a:buChar char="●"/>
            </a:lvl4pPr>
            <a:lvl5pPr indent="-298450" lvl="4" marL="2286000">
              <a:spcBef>
                <a:spcPts val="0"/>
              </a:spcBef>
              <a:spcAft>
                <a:spcPts val="0"/>
              </a:spcAft>
              <a:buSzPts val="1100"/>
              <a:buChar char="○"/>
            </a:lvl5pPr>
            <a:lvl6pPr indent="-298450" lvl="5" marL="2743200">
              <a:spcBef>
                <a:spcPts val="0"/>
              </a:spcBef>
              <a:spcAft>
                <a:spcPts val="0"/>
              </a:spcAft>
              <a:buSzPts val="1100"/>
              <a:buChar char="■"/>
            </a:lvl6pPr>
            <a:lvl7pPr indent="-298450" lvl="6" marL="3200400">
              <a:spcBef>
                <a:spcPts val="0"/>
              </a:spcBef>
              <a:spcAft>
                <a:spcPts val="0"/>
              </a:spcAft>
              <a:buSzPts val="1100"/>
              <a:buChar char="●"/>
            </a:lvl7pPr>
            <a:lvl8pPr indent="-298450" lvl="7" marL="3657600">
              <a:spcBef>
                <a:spcPts val="0"/>
              </a:spcBef>
              <a:spcAft>
                <a:spcPts val="0"/>
              </a:spcAft>
              <a:buSzPts val="1100"/>
              <a:buChar char="○"/>
            </a:lvl8pPr>
            <a:lvl9pPr indent="-298450" lvl="8" marL="4114800">
              <a:spcBef>
                <a:spcPts val="0"/>
              </a:spcBef>
              <a:spcAft>
                <a:spcPts val="0"/>
              </a:spcAft>
              <a:buSzPts val="1100"/>
              <a:buChar char="■"/>
            </a:lvl9pPr>
          </a:lstStyle>
          <a:p/>
        </p:txBody>
      </p:sp>
      <p:sp>
        <p:nvSpPr>
          <p:cNvPr id="1048704" name="Google Shape;30;p4"/>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10" name="Shape 31"/>
        <p:cNvGrpSpPr/>
        <p:nvPr/>
      </p:nvGrpSpPr>
      <p:grpSpPr>
        <a:xfrm>
          <a:off x="0" y="0"/>
          <a:ext cx="0" cy="0"/>
          <a:chOff x="0" y="0"/>
          <a:chExt cx="0" cy="0"/>
        </a:xfrm>
      </p:grpSpPr>
      <p:sp>
        <p:nvSpPr>
          <p:cNvPr id="1048705" name="Google Shape;32;p5"/>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11" name="Google Shape;33;p5"/>
          <p:cNvGrpSpPr/>
          <p:nvPr/>
        </p:nvGrpSpPr>
        <p:grpSpPr>
          <a:xfrm>
            <a:off x="830392" y="1191256"/>
            <a:ext cx="745763" cy="45826"/>
            <a:chOff x="4580561" y="2589004"/>
            <a:chExt cx="1064464" cy="25200"/>
          </a:xfrm>
        </p:grpSpPr>
        <p:sp>
          <p:nvSpPr>
            <p:cNvPr id="1048706" name="Google Shape;34;p5"/>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7" name="Google Shape;35;p5"/>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708" name="Google Shape;36;p5"/>
          <p:cNvSpPr txBox="1">
            <a:spLocks noGrp="1"/>
          </p:cNvSpPr>
          <p:nvPr>
            <p:ph type="title"/>
          </p:nvPr>
        </p:nvSpPr>
        <p:spPr>
          <a:xfrm>
            <a:off x="729450" y="1318650"/>
            <a:ext cx="7688400" cy="535200"/>
          </a:xfrm>
          <a:prstGeom prst="rect"/>
        </p:spPr>
        <p:txBody>
          <a:bodyPr anchor="t" anchorCtr="0" bIns="91425" lIns="91425" rIns="91425" spcFirstLastPara="1" tIns="91425" wrap="square">
            <a:normAutofit fontScale="96154"/>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048709" name="Google Shape;37;p5"/>
          <p:cNvSpPr txBox="1">
            <a:spLocks noGrp="1"/>
          </p:cNvSpPr>
          <p:nvPr>
            <p:ph type="body" idx="1"/>
          </p:nvPr>
        </p:nvSpPr>
        <p:spPr>
          <a:xfrm>
            <a:off x="729325" y="2078875"/>
            <a:ext cx="3774300" cy="2261100"/>
          </a:xfrm>
          <a:prstGeom prst="rect"/>
        </p:spPr>
        <p:txBody>
          <a:bodyPr anchor="t" anchorCtr="0" bIns="91425" lIns="91425" rIns="91425" spcFirstLastPara="1" tIns="91425" wrap="square">
            <a:normAutofit/>
          </a:bodyPr>
          <a:lstStyle>
            <a:lvl1pPr indent="-311150" lvl="0" marL="457200">
              <a:spcBef>
                <a:spcPts val="0"/>
              </a:spcBef>
              <a:spcAft>
                <a:spcPts val="0"/>
              </a:spcAft>
              <a:buSzPts val="1300"/>
              <a:buChar char="●"/>
            </a:lvl1pPr>
            <a:lvl2pPr indent="-298450" lvl="1" marL="914400">
              <a:spcBef>
                <a:spcPts val="0"/>
              </a:spcBef>
              <a:spcAft>
                <a:spcPts val="0"/>
              </a:spcAft>
              <a:buSzPts val="1100"/>
              <a:buChar char="○"/>
            </a:lvl2pPr>
            <a:lvl3pPr indent="-298450" lvl="2" marL="1371600">
              <a:spcBef>
                <a:spcPts val="0"/>
              </a:spcBef>
              <a:spcAft>
                <a:spcPts val="0"/>
              </a:spcAft>
              <a:buSzPts val="1100"/>
              <a:buChar char="■"/>
            </a:lvl3pPr>
            <a:lvl4pPr indent="-298450" lvl="3" marL="1828800">
              <a:spcBef>
                <a:spcPts val="0"/>
              </a:spcBef>
              <a:spcAft>
                <a:spcPts val="0"/>
              </a:spcAft>
              <a:buSzPts val="1100"/>
              <a:buChar char="●"/>
            </a:lvl4pPr>
            <a:lvl5pPr indent="-298450" lvl="4" marL="2286000">
              <a:spcBef>
                <a:spcPts val="0"/>
              </a:spcBef>
              <a:spcAft>
                <a:spcPts val="0"/>
              </a:spcAft>
              <a:buSzPts val="1100"/>
              <a:buChar char="○"/>
            </a:lvl5pPr>
            <a:lvl6pPr indent="-298450" lvl="5" marL="2743200">
              <a:spcBef>
                <a:spcPts val="0"/>
              </a:spcBef>
              <a:spcAft>
                <a:spcPts val="0"/>
              </a:spcAft>
              <a:buSzPts val="1100"/>
              <a:buChar char="■"/>
            </a:lvl6pPr>
            <a:lvl7pPr indent="-298450" lvl="6" marL="3200400">
              <a:spcBef>
                <a:spcPts val="0"/>
              </a:spcBef>
              <a:spcAft>
                <a:spcPts val="0"/>
              </a:spcAft>
              <a:buSzPts val="1100"/>
              <a:buChar char="●"/>
            </a:lvl7pPr>
            <a:lvl8pPr indent="-298450" lvl="7" marL="3657600">
              <a:spcBef>
                <a:spcPts val="0"/>
              </a:spcBef>
              <a:spcAft>
                <a:spcPts val="0"/>
              </a:spcAft>
              <a:buSzPts val="1100"/>
              <a:buChar char="○"/>
            </a:lvl8pPr>
            <a:lvl9pPr indent="-298450" lvl="8" marL="4114800">
              <a:spcBef>
                <a:spcPts val="0"/>
              </a:spcBef>
              <a:spcAft>
                <a:spcPts val="0"/>
              </a:spcAft>
              <a:buSzPts val="1100"/>
              <a:buChar char="■"/>
            </a:lvl9pPr>
          </a:lstStyle>
          <a:p/>
        </p:txBody>
      </p:sp>
      <p:sp>
        <p:nvSpPr>
          <p:cNvPr id="1048710" name="Google Shape;38;p5"/>
          <p:cNvSpPr txBox="1">
            <a:spLocks noGrp="1"/>
          </p:cNvSpPr>
          <p:nvPr>
            <p:ph type="body" idx="2"/>
          </p:nvPr>
        </p:nvSpPr>
        <p:spPr>
          <a:xfrm>
            <a:off x="4643604" y="2078875"/>
            <a:ext cx="3774300" cy="2261100"/>
          </a:xfrm>
          <a:prstGeom prst="rect"/>
        </p:spPr>
        <p:txBody>
          <a:bodyPr anchor="t" anchorCtr="0" bIns="91425" lIns="91425" rIns="91425" spcFirstLastPara="1" tIns="91425" wrap="square">
            <a:normAutofit/>
          </a:bodyPr>
          <a:lstStyle>
            <a:lvl1pPr indent="-311150" lvl="0" marL="457200">
              <a:spcBef>
                <a:spcPts val="0"/>
              </a:spcBef>
              <a:spcAft>
                <a:spcPts val="0"/>
              </a:spcAft>
              <a:buSzPts val="1300"/>
              <a:buChar char="●"/>
            </a:lvl1pPr>
            <a:lvl2pPr indent="-298450" lvl="1" marL="914400">
              <a:spcBef>
                <a:spcPts val="0"/>
              </a:spcBef>
              <a:spcAft>
                <a:spcPts val="0"/>
              </a:spcAft>
              <a:buSzPts val="1100"/>
              <a:buChar char="○"/>
            </a:lvl2pPr>
            <a:lvl3pPr indent="-298450" lvl="2" marL="1371600">
              <a:spcBef>
                <a:spcPts val="0"/>
              </a:spcBef>
              <a:spcAft>
                <a:spcPts val="0"/>
              </a:spcAft>
              <a:buSzPts val="1100"/>
              <a:buChar char="■"/>
            </a:lvl3pPr>
            <a:lvl4pPr indent="-298450" lvl="3" marL="1828800">
              <a:spcBef>
                <a:spcPts val="0"/>
              </a:spcBef>
              <a:spcAft>
                <a:spcPts val="0"/>
              </a:spcAft>
              <a:buSzPts val="1100"/>
              <a:buChar char="●"/>
            </a:lvl4pPr>
            <a:lvl5pPr indent="-298450" lvl="4" marL="2286000">
              <a:spcBef>
                <a:spcPts val="0"/>
              </a:spcBef>
              <a:spcAft>
                <a:spcPts val="0"/>
              </a:spcAft>
              <a:buSzPts val="1100"/>
              <a:buChar char="○"/>
            </a:lvl5pPr>
            <a:lvl6pPr indent="-298450" lvl="5" marL="2743200">
              <a:spcBef>
                <a:spcPts val="0"/>
              </a:spcBef>
              <a:spcAft>
                <a:spcPts val="0"/>
              </a:spcAft>
              <a:buSzPts val="1100"/>
              <a:buChar char="■"/>
            </a:lvl6pPr>
            <a:lvl7pPr indent="-298450" lvl="6" marL="3200400">
              <a:spcBef>
                <a:spcPts val="0"/>
              </a:spcBef>
              <a:spcAft>
                <a:spcPts val="0"/>
              </a:spcAft>
              <a:buSzPts val="1100"/>
              <a:buChar char="●"/>
            </a:lvl7pPr>
            <a:lvl8pPr indent="-298450" lvl="7" marL="3657600">
              <a:spcBef>
                <a:spcPts val="0"/>
              </a:spcBef>
              <a:spcAft>
                <a:spcPts val="0"/>
              </a:spcAft>
              <a:buSzPts val="1100"/>
              <a:buChar char="○"/>
            </a:lvl8pPr>
            <a:lvl9pPr indent="-298450" lvl="8" marL="4114800">
              <a:spcBef>
                <a:spcPts val="0"/>
              </a:spcBef>
              <a:spcAft>
                <a:spcPts val="0"/>
              </a:spcAft>
              <a:buSzPts val="1100"/>
              <a:buChar char="■"/>
            </a:lvl9pPr>
          </a:lstStyle>
          <a:p/>
        </p:txBody>
      </p:sp>
      <p:sp>
        <p:nvSpPr>
          <p:cNvPr id="1048711" name="Google Shape;39;p5"/>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12" name="Shape 40"/>
        <p:cNvGrpSpPr/>
        <p:nvPr/>
      </p:nvGrpSpPr>
      <p:grpSpPr>
        <a:xfrm>
          <a:off x="0" y="0"/>
          <a:ext cx="0" cy="0"/>
          <a:chOff x="0" y="0"/>
          <a:chExt cx="0" cy="0"/>
        </a:xfrm>
      </p:grpSpPr>
      <p:sp>
        <p:nvSpPr>
          <p:cNvPr id="1048712" name="Google Shape;41;p6"/>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13" name="Google Shape;42;p6"/>
          <p:cNvGrpSpPr/>
          <p:nvPr/>
        </p:nvGrpSpPr>
        <p:grpSpPr>
          <a:xfrm>
            <a:off x="830392" y="1191256"/>
            <a:ext cx="745763" cy="45826"/>
            <a:chOff x="4580561" y="2589004"/>
            <a:chExt cx="1064464" cy="25200"/>
          </a:xfrm>
        </p:grpSpPr>
        <p:sp>
          <p:nvSpPr>
            <p:cNvPr id="1048713" name="Google Shape;43;p6"/>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4" name="Google Shape;44;p6"/>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715" name="Google Shape;45;p6"/>
          <p:cNvSpPr txBox="1">
            <a:spLocks noGrp="1"/>
          </p:cNvSpPr>
          <p:nvPr>
            <p:ph type="title"/>
          </p:nvPr>
        </p:nvSpPr>
        <p:spPr>
          <a:xfrm>
            <a:off x="729450" y="1318650"/>
            <a:ext cx="7688400" cy="535200"/>
          </a:xfrm>
          <a:prstGeom prst="rect"/>
        </p:spPr>
        <p:txBody>
          <a:bodyPr anchor="t" anchorCtr="0" bIns="91425" lIns="91425" rIns="91425" spcFirstLastPara="1" tIns="91425" wrap="square">
            <a:normAutofit fontScale="96154"/>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048716" name="Google Shape;46;p6"/>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00" name="Shape 47"/>
        <p:cNvGrpSpPr/>
        <p:nvPr/>
      </p:nvGrpSpPr>
      <p:grpSpPr>
        <a:xfrm>
          <a:off x="0" y="0"/>
          <a:ext cx="0" cy="0"/>
          <a:chOff x="0" y="0"/>
          <a:chExt cx="0" cy="0"/>
        </a:xfrm>
      </p:grpSpPr>
      <p:sp>
        <p:nvSpPr>
          <p:cNvPr id="1048681" name="Google Shape;48;p7"/>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01" name="Google Shape;49;p7"/>
          <p:cNvGrpSpPr/>
          <p:nvPr/>
        </p:nvGrpSpPr>
        <p:grpSpPr>
          <a:xfrm>
            <a:off x="830392" y="1191256"/>
            <a:ext cx="745763" cy="45826"/>
            <a:chOff x="4580561" y="2589004"/>
            <a:chExt cx="1064464" cy="25200"/>
          </a:xfrm>
        </p:grpSpPr>
        <p:sp>
          <p:nvSpPr>
            <p:cNvPr id="1048682" name="Google Shape;50;p7"/>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3" name="Google Shape;51;p7"/>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84" name="Google Shape;52;p7"/>
          <p:cNvSpPr txBox="1">
            <a:spLocks noGrp="1"/>
          </p:cNvSpPr>
          <p:nvPr>
            <p:ph type="title"/>
          </p:nvPr>
        </p:nvSpPr>
        <p:spPr>
          <a:xfrm>
            <a:off x="730000" y="1318650"/>
            <a:ext cx="3300900" cy="1381500"/>
          </a:xfrm>
          <a:prstGeom prst="rect"/>
        </p:spPr>
        <p:txBody>
          <a:bodyPr anchor="t" anchorCtr="0" bIns="91425" lIns="91425" rIns="91425" spcFirstLastPara="1" tIns="91425" wrap="square">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048685" name="Google Shape;53;p7"/>
          <p:cNvSpPr txBox="1">
            <a:spLocks noGrp="1"/>
          </p:cNvSpPr>
          <p:nvPr>
            <p:ph type="body" idx="1"/>
          </p:nvPr>
        </p:nvSpPr>
        <p:spPr>
          <a:xfrm>
            <a:off x="721225" y="2781725"/>
            <a:ext cx="3300900" cy="1597500"/>
          </a:xfrm>
          <a:prstGeom prst="rect"/>
        </p:spPr>
        <p:txBody>
          <a:bodyPr anchor="t" anchorCtr="0" bIns="91425" lIns="91425" rIns="91425" spcFirstLastPara="1" tIns="91425" wrap="square">
            <a:normAutofit/>
          </a:bodyPr>
          <a:lstStyle>
            <a:lvl1pPr indent="-311150" lvl="0" marL="457200">
              <a:spcBef>
                <a:spcPts val="0"/>
              </a:spcBef>
              <a:spcAft>
                <a:spcPts val="0"/>
              </a:spcAft>
              <a:buSzPts val="1300"/>
              <a:buChar char="●"/>
            </a:lvl1pPr>
            <a:lvl2pPr indent="-298450" lvl="1" marL="914400">
              <a:spcBef>
                <a:spcPts val="0"/>
              </a:spcBef>
              <a:spcAft>
                <a:spcPts val="0"/>
              </a:spcAft>
              <a:buSzPts val="1100"/>
              <a:buChar char="○"/>
            </a:lvl2pPr>
            <a:lvl3pPr indent="-298450" lvl="2" marL="1371600">
              <a:spcBef>
                <a:spcPts val="0"/>
              </a:spcBef>
              <a:spcAft>
                <a:spcPts val="0"/>
              </a:spcAft>
              <a:buSzPts val="1100"/>
              <a:buChar char="■"/>
            </a:lvl3pPr>
            <a:lvl4pPr indent="-298450" lvl="3" marL="1828800">
              <a:spcBef>
                <a:spcPts val="0"/>
              </a:spcBef>
              <a:spcAft>
                <a:spcPts val="0"/>
              </a:spcAft>
              <a:buSzPts val="1100"/>
              <a:buChar char="●"/>
            </a:lvl4pPr>
            <a:lvl5pPr indent="-298450" lvl="4" marL="2286000">
              <a:spcBef>
                <a:spcPts val="0"/>
              </a:spcBef>
              <a:spcAft>
                <a:spcPts val="0"/>
              </a:spcAft>
              <a:buSzPts val="1100"/>
              <a:buChar char="○"/>
            </a:lvl5pPr>
            <a:lvl6pPr indent="-298450" lvl="5" marL="2743200">
              <a:spcBef>
                <a:spcPts val="0"/>
              </a:spcBef>
              <a:spcAft>
                <a:spcPts val="0"/>
              </a:spcAft>
              <a:buSzPts val="1100"/>
              <a:buChar char="■"/>
            </a:lvl6pPr>
            <a:lvl7pPr indent="-298450" lvl="6" marL="3200400">
              <a:spcBef>
                <a:spcPts val="0"/>
              </a:spcBef>
              <a:spcAft>
                <a:spcPts val="0"/>
              </a:spcAft>
              <a:buSzPts val="1100"/>
              <a:buChar char="●"/>
            </a:lvl7pPr>
            <a:lvl8pPr indent="-298450" lvl="7" marL="3657600">
              <a:spcBef>
                <a:spcPts val="0"/>
              </a:spcBef>
              <a:spcAft>
                <a:spcPts val="0"/>
              </a:spcAft>
              <a:buSzPts val="1100"/>
              <a:buChar char="○"/>
            </a:lvl8pPr>
            <a:lvl9pPr indent="-298450" lvl="8" marL="4114800">
              <a:spcBef>
                <a:spcPts val="0"/>
              </a:spcBef>
              <a:spcAft>
                <a:spcPts val="0"/>
              </a:spcAft>
              <a:buSzPts val="1100"/>
              <a:buChar char="■"/>
            </a:lvl9pPr>
          </a:lstStyle>
          <a:p/>
        </p:txBody>
      </p:sp>
      <p:sp>
        <p:nvSpPr>
          <p:cNvPr id="1048686" name="Google Shape;54;p7"/>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14" name="Shape 55"/>
        <p:cNvGrpSpPr/>
        <p:nvPr/>
      </p:nvGrpSpPr>
      <p:grpSpPr>
        <a:xfrm>
          <a:off x="0" y="0"/>
          <a:ext cx="0" cy="0"/>
          <a:chOff x="0" y="0"/>
          <a:chExt cx="0" cy="0"/>
        </a:xfrm>
      </p:grpSpPr>
      <p:grpSp>
        <p:nvGrpSpPr>
          <p:cNvPr id="115" name="Google Shape;56;p8"/>
          <p:cNvGrpSpPr/>
          <p:nvPr/>
        </p:nvGrpSpPr>
        <p:grpSpPr>
          <a:xfrm>
            <a:off x="830392" y="4169130"/>
            <a:ext cx="745763" cy="45826"/>
            <a:chOff x="4580561" y="2589004"/>
            <a:chExt cx="1064464" cy="25200"/>
          </a:xfrm>
        </p:grpSpPr>
        <p:sp>
          <p:nvSpPr>
            <p:cNvPr id="1048717" name="Google Shape;57;p8"/>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8" name="Google Shape;58;p8"/>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719" name="Google Shape;59;p8"/>
          <p:cNvSpPr txBox="1">
            <a:spLocks noGrp="1"/>
          </p:cNvSpPr>
          <p:nvPr>
            <p:ph type="title"/>
          </p:nvPr>
        </p:nvSpPr>
        <p:spPr>
          <a:xfrm>
            <a:off x="729450" y="864300"/>
            <a:ext cx="7021200" cy="2985000"/>
          </a:xfrm>
          <a:prstGeom prst="rect"/>
        </p:spPr>
        <p:txBody>
          <a:bodyPr anchor="ctr" anchorCtr="0" bIns="91425" lIns="91425" rIns="91425" spcFirstLastPara="1" tIns="91425" wrap="square">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048720" name="Google Shape;60;p8"/>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6" name="Shape 61"/>
        <p:cNvGrpSpPr/>
        <p:nvPr/>
      </p:nvGrpSpPr>
      <p:grpSpPr>
        <a:xfrm>
          <a:off x="0" y="0"/>
          <a:ext cx="0" cy="0"/>
          <a:chOff x="0" y="0"/>
          <a:chExt cx="0" cy="0"/>
        </a:xfrm>
      </p:grpSpPr>
      <p:sp>
        <p:nvSpPr>
          <p:cNvPr id="1048721" name="Google Shape;62;p9"/>
          <p:cNvSpPr/>
          <p:nvPr/>
        </p:nvSpPr>
        <p:spPr>
          <a:xfrm>
            <a:off x="0" y="0"/>
            <a:ext cx="4572000" cy="51435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17" name="Google Shape;63;p9"/>
          <p:cNvGrpSpPr/>
          <p:nvPr/>
        </p:nvGrpSpPr>
        <p:grpSpPr>
          <a:xfrm>
            <a:off x="830392" y="1191256"/>
            <a:ext cx="745763" cy="45826"/>
            <a:chOff x="4580561" y="2589004"/>
            <a:chExt cx="1064464" cy="25200"/>
          </a:xfrm>
        </p:grpSpPr>
        <p:sp>
          <p:nvSpPr>
            <p:cNvPr id="1048722" name="Google Shape;64;p9"/>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3" name="Google Shape;65;p9"/>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724" name="Google Shape;66;p9"/>
          <p:cNvSpPr txBox="1">
            <a:spLocks noGrp="1"/>
          </p:cNvSpPr>
          <p:nvPr>
            <p:ph type="title"/>
          </p:nvPr>
        </p:nvSpPr>
        <p:spPr>
          <a:xfrm>
            <a:off x="730000" y="1318650"/>
            <a:ext cx="3300900" cy="1687200"/>
          </a:xfrm>
          <a:prstGeom prst="rect"/>
        </p:spPr>
        <p:txBody>
          <a:bodyPr anchor="t" anchorCtr="0" bIns="91425" lIns="91425" rIns="91425" spcFirstLastPara="1" tIns="91425" wrap="square">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048725" name="Google Shape;67;p9"/>
          <p:cNvSpPr txBox="1">
            <a:spLocks noGrp="1"/>
          </p:cNvSpPr>
          <p:nvPr>
            <p:ph type="subTitle" idx="1"/>
          </p:nvPr>
        </p:nvSpPr>
        <p:spPr>
          <a:xfrm>
            <a:off x="724950" y="3161525"/>
            <a:ext cx="3300900" cy="759000"/>
          </a:xfrm>
          <a:prstGeom prst="rect"/>
        </p:spPr>
        <p:txBody>
          <a:bodyPr anchor="t" anchorCtr="0" bIns="91425" lIns="91425" rIns="91425" spcFirstLastPara="1" tIns="91425" wrap="square">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048726" name="Google Shape;68;p9"/>
          <p:cNvSpPr txBox="1">
            <a:spLocks noGrp="1"/>
          </p:cNvSpPr>
          <p:nvPr>
            <p:ph type="body" idx="2"/>
          </p:nvPr>
        </p:nvSpPr>
        <p:spPr>
          <a:xfrm>
            <a:off x="5174225" y="1352625"/>
            <a:ext cx="3374400" cy="3025500"/>
          </a:xfrm>
          <a:prstGeom prst="rect"/>
        </p:spPr>
        <p:txBody>
          <a:bodyPr anchor="t" anchorCtr="0" bIns="91425" lIns="91425" rIns="91425" spcFirstLastPara="1" tIns="91425" wrap="square">
            <a:normAutofit/>
          </a:bodyPr>
          <a:lstStyle>
            <a:lvl1pPr indent="-311150" lvl="0" marL="457200">
              <a:spcBef>
                <a:spcPts val="0"/>
              </a:spcBef>
              <a:spcAft>
                <a:spcPts val="0"/>
              </a:spcAft>
              <a:buSzPts val="1300"/>
              <a:buChar char="●"/>
            </a:lvl1pPr>
            <a:lvl2pPr indent="-298450" lvl="1" marL="914400">
              <a:spcBef>
                <a:spcPts val="0"/>
              </a:spcBef>
              <a:spcAft>
                <a:spcPts val="0"/>
              </a:spcAft>
              <a:buSzPts val="1100"/>
              <a:buChar char="○"/>
            </a:lvl2pPr>
            <a:lvl3pPr indent="-298450" lvl="2" marL="1371600">
              <a:spcBef>
                <a:spcPts val="0"/>
              </a:spcBef>
              <a:spcAft>
                <a:spcPts val="0"/>
              </a:spcAft>
              <a:buSzPts val="1100"/>
              <a:buChar char="■"/>
            </a:lvl3pPr>
            <a:lvl4pPr indent="-298450" lvl="3" marL="1828800">
              <a:spcBef>
                <a:spcPts val="0"/>
              </a:spcBef>
              <a:spcAft>
                <a:spcPts val="0"/>
              </a:spcAft>
              <a:buSzPts val="1100"/>
              <a:buChar char="●"/>
            </a:lvl4pPr>
            <a:lvl5pPr indent="-298450" lvl="4" marL="2286000">
              <a:spcBef>
                <a:spcPts val="0"/>
              </a:spcBef>
              <a:spcAft>
                <a:spcPts val="0"/>
              </a:spcAft>
              <a:buSzPts val="1100"/>
              <a:buChar char="○"/>
            </a:lvl5pPr>
            <a:lvl6pPr indent="-298450" lvl="5" marL="2743200">
              <a:spcBef>
                <a:spcPts val="0"/>
              </a:spcBef>
              <a:spcAft>
                <a:spcPts val="0"/>
              </a:spcAft>
              <a:buSzPts val="1100"/>
              <a:buChar char="■"/>
            </a:lvl6pPr>
            <a:lvl7pPr indent="-298450" lvl="6" marL="3200400">
              <a:spcBef>
                <a:spcPts val="0"/>
              </a:spcBef>
              <a:spcAft>
                <a:spcPts val="0"/>
              </a:spcAft>
              <a:buSzPts val="1100"/>
              <a:buChar char="●"/>
            </a:lvl7pPr>
            <a:lvl8pPr indent="-298450" lvl="7" marL="3657600">
              <a:spcBef>
                <a:spcPts val="0"/>
              </a:spcBef>
              <a:spcAft>
                <a:spcPts val="0"/>
              </a:spcAft>
              <a:buSzPts val="1100"/>
              <a:buChar char="○"/>
            </a:lvl8pPr>
            <a:lvl9pPr indent="-298450" lvl="8" marL="4114800">
              <a:spcBef>
                <a:spcPts val="0"/>
              </a:spcBef>
              <a:spcAft>
                <a:spcPts val="0"/>
              </a:spcAft>
              <a:buSzPts val="1100"/>
              <a:buChar char="■"/>
            </a:lvl9pPr>
          </a:lstStyle>
          <a:p/>
        </p:txBody>
      </p:sp>
      <p:sp>
        <p:nvSpPr>
          <p:cNvPr id="1048727" name="Google Shape;69;p9"/>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05" name="Shape 70"/>
        <p:cNvGrpSpPr/>
        <p:nvPr/>
      </p:nvGrpSpPr>
      <p:grpSpPr>
        <a:xfrm>
          <a:off x="0" y="0"/>
          <a:ext cx="0" cy="0"/>
          <a:chOff x="0" y="0"/>
          <a:chExt cx="0" cy="0"/>
        </a:xfrm>
      </p:grpSpPr>
      <p:sp>
        <p:nvSpPr>
          <p:cNvPr id="1048692" name="Google Shape;71;p10"/>
          <p:cNvSpPr txBox="1">
            <a:spLocks noGrp="1"/>
          </p:cNvSpPr>
          <p:nvPr>
            <p:ph type="body" idx="1"/>
          </p:nvPr>
        </p:nvSpPr>
        <p:spPr>
          <a:xfrm>
            <a:off x="724950" y="4372551"/>
            <a:ext cx="7697400" cy="460500"/>
          </a:xfrm>
          <a:prstGeom prst="rect"/>
        </p:spPr>
        <p:txBody>
          <a:bodyPr anchor="ctr" anchorCtr="0" bIns="91425" lIns="91425" rIns="91425" spcFirstLastPara="1" tIns="91425" wrap="square">
            <a:normAutofit/>
          </a:bodyPr>
          <a:lstStyle>
            <a:lvl1pPr indent="-228600" lvl="0" marL="457200">
              <a:lnSpc>
                <a:spcPct val="100000"/>
              </a:lnSpc>
              <a:spcBef>
                <a:spcPts val="0"/>
              </a:spcBef>
              <a:spcAft>
                <a:spcPts val="0"/>
              </a:spcAft>
              <a:buSzPts val="1300"/>
              <a:buNone/>
            </a:lvl1pPr>
          </a:lstStyle>
          <a:p/>
        </p:txBody>
      </p:sp>
      <p:sp>
        <p:nvSpPr>
          <p:cNvPr id="1048693" name="Google Shape;72;p10"/>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06" name="Shape 73"/>
        <p:cNvGrpSpPr/>
        <p:nvPr/>
      </p:nvGrpSpPr>
      <p:grpSpPr>
        <a:xfrm>
          <a:off x="0" y="0"/>
          <a:ext cx="0" cy="0"/>
          <a:chOff x="0" y="0"/>
          <a:chExt cx="0" cy="0"/>
        </a:xfrm>
      </p:grpSpPr>
      <p:grpSp>
        <p:nvGrpSpPr>
          <p:cNvPr id="107" name="Google Shape;74;p11"/>
          <p:cNvGrpSpPr/>
          <p:nvPr/>
        </p:nvGrpSpPr>
        <p:grpSpPr>
          <a:xfrm>
            <a:off x="830392" y="4169130"/>
            <a:ext cx="745763" cy="45826"/>
            <a:chOff x="4580561" y="2589004"/>
            <a:chExt cx="1064464" cy="25200"/>
          </a:xfrm>
        </p:grpSpPr>
        <p:sp>
          <p:nvSpPr>
            <p:cNvPr id="1048694" name="Google Shape;75;p11"/>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5" name="Google Shape;76;p11"/>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96" name="Google Shape;77;p11"/>
          <p:cNvSpPr txBox="1">
            <a:spLocks noGrp="1"/>
          </p:cNvSpPr>
          <p:nvPr>
            <p:ph type="title" hasCustomPrompt="1"/>
          </p:nvPr>
        </p:nvSpPr>
        <p:spPr>
          <a:xfrm>
            <a:off x="729450" y="733950"/>
            <a:ext cx="7688400" cy="1244700"/>
          </a:xfrm>
          <a:prstGeom prst="rect"/>
        </p:spPr>
        <p:txBody>
          <a:bodyPr anchor="t" anchorCtr="0" bIns="91425" lIns="91425" rIns="91425" spcFirstLastPara="1" tIns="91425" wrap="square">
            <a:normAutofit fontScale="90000"/>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048697" name="Google Shape;78;p11"/>
          <p:cNvSpPr txBox="1">
            <a:spLocks noGrp="1"/>
          </p:cNvSpPr>
          <p:nvPr>
            <p:ph type="body" idx="1"/>
          </p:nvPr>
        </p:nvSpPr>
        <p:spPr>
          <a:xfrm>
            <a:off x="729450" y="2272888"/>
            <a:ext cx="7688400" cy="1580400"/>
          </a:xfrm>
          <a:prstGeom prst="rect"/>
        </p:spPr>
        <p:txBody>
          <a:bodyPr anchor="t" anchorCtr="0" bIns="91425" lIns="91425" rIns="91425" spcFirstLastPara="1" tIns="91425" wrap="square">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1048698" name="Google Shape;79;p11"/>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02" name="Shape 80"/>
        <p:cNvGrpSpPr/>
        <p:nvPr/>
      </p:nvGrpSpPr>
      <p:grpSpPr>
        <a:xfrm>
          <a:off x="0" y="0"/>
          <a:ext cx="0" cy="0"/>
          <a:chOff x="0" y="0"/>
          <a:chExt cx="0" cy="0"/>
        </a:xfrm>
      </p:grpSpPr>
      <p:sp>
        <p:nvSpPr>
          <p:cNvPr id="1048687" name="Google Shape;81;p12"/>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86" name="Shape 86"/>
        <p:cNvGrpSpPr/>
        <p:nvPr/>
      </p:nvGrpSpPr>
      <p:grpSpPr>
        <a:xfrm>
          <a:off x="0" y="0"/>
          <a:ext cx="0" cy="0"/>
          <a:chOff x="0" y="0"/>
          <a:chExt cx="0" cy="0"/>
        </a:xfrm>
      </p:grpSpPr>
      <p:sp>
        <p:nvSpPr>
          <p:cNvPr id="1048642" name="Google Shape;87;p14"/>
          <p:cNvSpPr/>
          <p:nvPr/>
        </p:nvSpPr>
        <p:spPr>
          <a:xfrm>
            <a:off x="0" y="0"/>
            <a:ext cx="9144000" cy="4878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87" name="Google Shape;88;p14"/>
          <p:cNvGrpSpPr/>
          <p:nvPr/>
        </p:nvGrpSpPr>
        <p:grpSpPr>
          <a:xfrm>
            <a:off x="830392" y="1191256"/>
            <a:ext cx="745763" cy="45826"/>
            <a:chOff x="4580561" y="2589004"/>
            <a:chExt cx="1064464" cy="25200"/>
          </a:xfrm>
        </p:grpSpPr>
        <p:sp>
          <p:nvSpPr>
            <p:cNvPr id="1048643" name="Google Shape;89;p14"/>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4" name="Google Shape;90;p14"/>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45" name="Google Shape;91;p14"/>
          <p:cNvSpPr txBox="1">
            <a:spLocks noGrp="1"/>
          </p:cNvSpPr>
          <p:nvPr>
            <p:ph type="ctrTitle"/>
          </p:nvPr>
        </p:nvSpPr>
        <p:spPr>
          <a:xfrm>
            <a:off x="729450" y="1322450"/>
            <a:ext cx="7688100" cy="16647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1048646" name="Google Shape;92;p14"/>
          <p:cNvSpPr txBox="1">
            <a:spLocks noGrp="1"/>
          </p:cNvSpPr>
          <p:nvPr>
            <p:ph type="subTitle" idx="1"/>
          </p:nvPr>
        </p:nvSpPr>
        <p:spPr>
          <a:xfrm>
            <a:off x="729627" y="3172900"/>
            <a:ext cx="7688100" cy="5412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048647" name="Google Shape;93;p14"/>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47" name="Shape 94"/>
        <p:cNvGrpSpPr/>
        <p:nvPr/>
      </p:nvGrpSpPr>
      <p:grpSpPr>
        <a:xfrm>
          <a:off x="0" y="0"/>
          <a:ext cx="0" cy="0"/>
          <a:chOff x="0" y="0"/>
          <a:chExt cx="0" cy="0"/>
        </a:xfrm>
      </p:grpSpPr>
      <p:grpSp>
        <p:nvGrpSpPr>
          <p:cNvPr id="48" name="Google Shape;95;p15"/>
          <p:cNvGrpSpPr/>
          <p:nvPr/>
        </p:nvGrpSpPr>
        <p:grpSpPr>
          <a:xfrm>
            <a:off x="830392" y="1191256"/>
            <a:ext cx="745763" cy="45826"/>
            <a:chOff x="4580561" y="2589004"/>
            <a:chExt cx="1064464" cy="25200"/>
          </a:xfrm>
        </p:grpSpPr>
        <p:sp>
          <p:nvSpPr>
            <p:cNvPr id="1048603" name="Google Shape;96;p15"/>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4" name="Google Shape;97;p15"/>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05" name="Google Shape;98;p15"/>
          <p:cNvSpPr txBox="1">
            <a:spLocks noGrp="1"/>
          </p:cNvSpPr>
          <p:nvPr>
            <p:ph type="title"/>
          </p:nvPr>
        </p:nvSpPr>
        <p:spPr>
          <a:xfrm>
            <a:off x="729450" y="1322450"/>
            <a:ext cx="7688400" cy="1518600"/>
          </a:xfrm>
          <a:prstGeom prst="rect"/>
        </p:spPr>
        <p:txBody>
          <a:bodyPr anchor="t" anchorCtr="0" bIns="91425" lIns="91425" rIns="91425" spcFirstLastPara="1" tIns="91425" wrap="square">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048606" name="Google Shape;99;p15"/>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42" name="Shape 100"/>
        <p:cNvGrpSpPr/>
        <p:nvPr/>
      </p:nvGrpSpPr>
      <p:grpSpPr>
        <a:xfrm>
          <a:off x="0" y="0"/>
          <a:ext cx="0" cy="0"/>
          <a:chOff x="0" y="0"/>
          <a:chExt cx="0" cy="0"/>
        </a:xfrm>
      </p:grpSpPr>
      <p:sp>
        <p:nvSpPr>
          <p:cNvPr id="1048593" name="Google Shape;101;p16"/>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43" name="Google Shape;102;p16"/>
          <p:cNvGrpSpPr/>
          <p:nvPr/>
        </p:nvGrpSpPr>
        <p:grpSpPr>
          <a:xfrm>
            <a:off x="830392" y="1191256"/>
            <a:ext cx="745763" cy="45826"/>
            <a:chOff x="4580561" y="2589004"/>
            <a:chExt cx="1064464" cy="25200"/>
          </a:xfrm>
        </p:grpSpPr>
        <p:sp>
          <p:nvSpPr>
            <p:cNvPr id="1048594" name="Google Shape;103;p16"/>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5" name="Google Shape;104;p16"/>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596" name="Google Shape;105;p16"/>
          <p:cNvSpPr txBox="1">
            <a:spLocks noGrp="1"/>
          </p:cNvSpPr>
          <p:nvPr>
            <p:ph type="title"/>
          </p:nvPr>
        </p:nvSpPr>
        <p:spPr>
          <a:xfrm>
            <a:off x="729450" y="1318650"/>
            <a:ext cx="7688700" cy="5352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48597" name="Google Shape;106;p16"/>
          <p:cNvSpPr txBox="1">
            <a:spLocks noGrp="1"/>
          </p:cNvSpPr>
          <p:nvPr>
            <p:ph type="body" idx="1"/>
          </p:nvPr>
        </p:nvSpPr>
        <p:spPr>
          <a:xfrm>
            <a:off x="729450" y="2078875"/>
            <a:ext cx="7688700" cy="22611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p:txBody>
      </p:sp>
      <p:sp>
        <p:nvSpPr>
          <p:cNvPr id="1048598" name="Google Shape;107;p16"/>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92" name="Shape 108"/>
        <p:cNvGrpSpPr/>
        <p:nvPr/>
      </p:nvGrpSpPr>
      <p:grpSpPr>
        <a:xfrm>
          <a:off x="0" y="0"/>
          <a:ext cx="0" cy="0"/>
          <a:chOff x="0" y="0"/>
          <a:chExt cx="0" cy="0"/>
        </a:xfrm>
      </p:grpSpPr>
      <p:sp>
        <p:nvSpPr>
          <p:cNvPr id="1048656" name="Google Shape;109;p17"/>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93" name="Google Shape;110;p17"/>
          <p:cNvGrpSpPr/>
          <p:nvPr/>
        </p:nvGrpSpPr>
        <p:grpSpPr>
          <a:xfrm>
            <a:off x="830392" y="1191256"/>
            <a:ext cx="745763" cy="45826"/>
            <a:chOff x="4580561" y="2589004"/>
            <a:chExt cx="1064464" cy="25200"/>
          </a:xfrm>
        </p:grpSpPr>
        <p:sp>
          <p:nvSpPr>
            <p:cNvPr id="1048657" name="Google Shape;111;p17"/>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8" name="Google Shape;112;p17"/>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59" name="Google Shape;113;p17"/>
          <p:cNvSpPr txBox="1">
            <a:spLocks noGrp="1"/>
          </p:cNvSpPr>
          <p:nvPr>
            <p:ph type="title"/>
          </p:nvPr>
        </p:nvSpPr>
        <p:spPr>
          <a:xfrm>
            <a:off x="729450" y="1318650"/>
            <a:ext cx="7688400" cy="5352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48660" name="Google Shape;114;p17"/>
          <p:cNvSpPr txBox="1">
            <a:spLocks noGrp="1"/>
          </p:cNvSpPr>
          <p:nvPr>
            <p:ph type="body" idx="1"/>
          </p:nvPr>
        </p:nvSpPr>
        <p:spPr>
          <a:xfrm>
            <a:off x="729325" y="2078875"/>
            <a:ext cx="3774300" cy="22611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p:txBody>
      </p:sp>
      <p:sp>
        <p:nvSpPr>
          <p:cNvPr id="1048661" name="Google Shape;115;p17"/>
          <p:cNvSpPr txBox="1">
            <a:spLocks noGrp="1"/>
          </p:cNvSpPr>
          <p:nvPr>
            <p:ph type="body" idx="2"/>
          </p:nvPr>
        </p:nvSpPr>
        <p:spPr>
          <a:xfrm>
            <a:off x="4643604" y="2078875"/>
            <a:ext cx="3774300" cy="22611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p:txBody>
      </p:sp>
      <p:sp>
        <p:nvSpPr>
          <p:cNvPr id="1048662" name="Google Shape;116;p17"/>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98" name="Shape 117"/>
        <p:cNvGrpSpPr/>
        <p:nvPr/>
      </p:nvGrpSpPr>
      <p:grpSpPr>
        <a:xfrm>
          <a:off x="0" y="0"/>
          <a:ext cx="0" cy="0"/>
          <a:chOff x="0" y="0"/>
          <a:chExt cx="0" cy="0"/>
        </a:xfrm>
      </p:grpSpPr>
      <p:sp>
        <p:nvSpPr>
          <p:cNvPr id="1048676" name="Google Shape;118;p18"/>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99" name="Google Shape;119;p18"/>
          <p:cNvGrpSpPr/>
          <p:nvPr/>
        </p:nvGrpSpPr>
        <p:grpSpPr>
          <a:xfrm>
            <a:off x="830392" y="1191256"/>
            <a:ext cx="745763" cy="45826"/>
            <a:chOff x="4580561" y="2589004"/>
            <a:chExt cx="1064464" cy="25200"/>
          </a:xfrm>
        </p:grpSpPr>
        <p:sp>
          <p:nvSpPr>
            <p:cNvPr id="1048677" name="Google Shape;120;p18"/>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78" name="Google Shape;121;p18"/>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79" name="Google Shape;122;p18"/>
          <p:cNvSpPr txBox="1">
            <a:spLocks noGrp="1"/>
          </p:cNvSpPr>
          <p:nvPr>
            <p:ph type="title"/>
          </p:nvPr>
        </p:nvSpPr>
        <p:spPr>
          <a:xfrm>
            <a:off x="729450" y="1318650"/>
            <a:ext cx="7688400" cy="5352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48680" name="Google Shape;123;p18"/>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96" name="Shape 124"/>
        <p:cNvGrpSpPr/>
        <p:nvPr/>
      </p:nvGrpSpPr>
      <p:grpSpPr>
        <a:xfrm>
          <a:off x="0" y="0"/>
          <a:ext cx="0" cy="0"/>
          <a:chOff x="0" y="0"/>
          <a:chExt cx="0" cy="0"/>
        </a:xfrm>
      </p:grpSpPr>
      <p:sp>
        <p:nvSpPr>
          <p:cNvPr id="1048670" name="Google Shape;125;p19"/>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97" name="Google Shape;126;p19"/>
          <p:cNvGrpSpPr/>
          <p:nvPr/>
        </p:nvGrpSpPr>
        <p:grpSpPr>
          <a:xfrm>
            <a:off x="830392" y="1191256"/>
            <a:ext cx="745763" cy="45826"/>
            <a:chOff x="4580561" y="2589004"/>
            <a:chExt cx="1064464" cy="25200"/>
          </a:xfrm>
        </p:grpSpPr>
        <p:sp>
          <p:nvSpPr>
            <p:cNvPr id="1048671" name="Google Shape;127;p19"/>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72" name="Google Shape;128;p19"/>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73" name="Google Shape;129;p19"/>
          <p:cNvSpPr txBox="1">
            <a:spLocks noGrp="1"/>
          </p:cNvSpPr>
          <p:nvPr>
            <p:ph type="title"/>
          </p:nvPr>
        </p:nvSpPr>
        <p:spPr>
          <a:xfrm>
            <a:off x="730000" y="1318650"/>
            <a:ext cx="3300900" cy="13815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48674" name="Google Shape;130;p19"/>
          <p:cNvSpPr txBox="1">
            <a:spLocks noGrp="1"/>
          </p:cNvSpPr>
          <p:nvPr>
            <p:ph type="body" idx="1"/>
          </p:nvPr>
        </p:nvSpPr>
        <p:spPr>
          <a:xfrm>
            <a:off x="721225" y="2781725"/>
            <a:ext cx="3300900" cy="15975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p:txBody>
      </p:sp>
      <p:sp>
        <p:nvSpPr>
          <p:cNvPr id="1048675" name="Google Shape;131;p19"/>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84" name="Shape 132"/>
        <p:cNvGrpSpPr/>
        <p:nvPr/>
      </p:nvGrpSpPr>
      <p:grpSpPr>
        <a:xfrm>
          <a:off x="0" y="0"/>
          <a:ext cx="0" cy="0"/>
          <a:chOff x="0" y="0"/>
          <a:chExt cx="0" cy="0"/>
        </a:xfrm>
      </p:grpSpPr>
      <p:grpSp>
        <p:nvGrpSpPr>
          <p:cNvPr id="85" name="Google Shape;133;p20"/>
          <p:cNvGrpSpPr/>
          <p:nvPr/>
        </p:nvGrpSpPr>
        <p:grpSpPr>
          <a:xfrm>
            <a:off x="830392" y="4169130"/>
            <a:ext cx="745763" cy="45826"/>
            <a:chOff x="4580561" y="2589004"/>
            <a:chExt cx="1064464" cy="25200"/>
          </a:xfrm>
        </p:grpSpPr>
        <p:sp>
          <p:nvSpPr>
            <p:cNvPr id="1048638" name="Google Shape;134;p20"/>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9" name="Google Shape;135;p20"/>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40" name="Google Shape;136;p20"/>
          <p:cNvSpPr txBox="1">
            <a:spLocks noGrp="1"/>
          </p:cNvSpPr>
          <p:nvPr>
            <p:ph type="title"/>
          </p:nvPr>
        </p:nvSpPr>
        <p:spPr>
          <a:xfrm>
            <a:off x="729450" y="864300"/>
            <a:ext cx="7021200" cy="2985000"/>
          </a:xfrm>
          <a:prstGeom prst="rect"/>
        </p:spPr>
        <p:txBody>
          <a:bodyPr anchor="ctr" anchorCtr="0" bIns="91425" lIns="91425" rIns="91425" spcFirstLastPara="1" tIns="91425" wrap="square">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048641" name="Google Shape;137;p20"/>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94" name="Shape 138"/>
        <p:cNvGrpSpPr/>
        <p:nvPr/>
      </p:nvGrpSpPr>
      <p:grpSpPr>
        <a:xfrm>
          <a:off x="0" y="0"/>
          <a:ext cx="0" cy="0"/>
          <a:chOff x="0" y="0"/>
          <a:chExt cx="0" cy="0"/>
        </a:xfrm>
      </p:grpSpPr>
      <p:sp>
        <p:nvSpPr>
          <p:cNvPr id="1048663" name="Google Shape;139;p21"/>
          <p:cNvSpPr/>
          <p:nvPr/>
        </p:nvSpPr>
        <p:spPr>
          <a:xfrm>
            <a:off x="0" y="0"/>
            <a:ext cx="4572000" cy="51435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95" name="Google Shape;140;p21"/>
          <p:cNvGrpSpPr/>
          <p:nvPr/>
        </p:nvGrpSpPr>
        <p:grpSpPr>
          <a:xfrm>
            <a:off x="830392" y="1191256"/>
            <a:ext cx="745763" cy="45826"/>
            <a:chOff x="4580561" y="2589004"/>
            <a:chExt cx="1064464" cy="25200"/>
          </a:xfrm>
        </p:grpSpPr>
        <p:sp>
          <p:nvSpPr>
            <p:cNvPr id="1048664" name="Google Shape;141;p21"/>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5" name="Google Shape;142;p21"/>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66" name="Google Shape;143;p21"/>
          <p:cNvSpPr txBox="1">
            <a:spLocks noGrp="1"/>
          </p:cNvSpPr>
          <p:nvPr>
            <p:ph type="title"/>
          </p:nvPr>
        </p:nvSpPr>
        <p:spPr>
          <a:xfrm>
            <a:off x="730000" y="1318650"/>
            <a:ext cx="3300900" cy="16872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48667" name="Google Shape;144;p21"/>
          <p:cNvSpPr txBox="1">
            <a:spLocks noGrp="1"/>
          </p:cNvSpPr>
          <p:nvPr>
            <p:ph type="subTitle" idx="1"/>
          </p:nvPr>
        </p:nvSpPr>
        <p:spPr>
          <a:xfrm>
            <a:off x="724950" y="3161525"/>
            <a:ext cx="3300900" cy="7590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048668" name="Google Shape;145;p21"/>
          <p:cNvSpPr txBox="1">
            <a:spLocks noGrp="1"/>
          </p:cNvSpPr>
          <p:nvPr>
            <p:ph type="body" idx="2"/>
          </p:nvPr>
        </p:nvSpPr>
        <p:spPr>
          <a:xfrm>
            <a:off x="5174225" y="1352625"/>
            <a:ext cx="3374400" cy="30255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p:txBody>
      </p:sp>
      <p:sp>
        <p:nvSpPr>
          <p:cNvPr id="1048669" name="Google Shape;146;p21"/>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88" name="Shape 147"/>
        <p:cNvGrpSpPr/>
        <p:nvPr/>
      </p:nvGrpSpPr>
      <p:grpSpPr>
        <a:xfrm>
          <a:off x="0" y="0"/>
          <a:ext cx="0" cy="0"/>
          <a:chOff x="0" y="0"/>
          <a:chExt cx="0" cy="0"/>
        </a:xfrm>
      </p:grpSpPr>
      <p:sp>
        <p:nvSpPr>
          <p:cNvPr id="1048648" name="Google Shape;148;p22"/>
          <p:cNvSpPr txBox="1">
            <a:spLocks noGrp="1"/>
          </p:cNvSpPr>
          <p:nvPr>
            <p:ph type="body" idx="1"/>
          </p:nvPr>
        </p:nvSpPr>
        <p:spPr>
          <a:xfrm>
            <a:off x="724950" y="4372551"/>
            <a:ext cx="7697400" cy="460500"/>
          </a:xfrm>
          <a:prstGeom prst="rect"/>
        </p:spPr>
        <p:txBody>
          <a:bodyPr anchor="ctr" anchorCtr="0" bIns="91425" lIns="91425" rIns="91425" spcFirstLastPara="1" tIns="91425" wrap="square">
            <a:noAutofit/>
          </a:bodyPr>
          <a:lstStyle>
            <a:lvl1pPr indent="-228600" lvl="0" marL="457200" rtl="0">
              <a:lnSpc>
                <a:spcPct val="100000"/>
              </a:lnSpc>
              <a:spcBef>
                <a:spcPts val="0"/>
              </a:spcBef>
              <a:spcAft>
                <a:spcPts val="0"/>
              </a:spcAft>
              <a:buSzPts val="1300"/>
              <a:buNone/>
            </a:lvl1pPr>
          </a:lstStyle>
          <a:p/>
        </p:txBody>
      </p:sp>
      <p:sp>
        <p:nvSpPr>
          <p:cNvPr id="1048649" name="Google Shape;149;p22"/>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89" name="Shape 150"/>
        <p:cNvGrpSpPr/>
        <p:nvPr/>
      </p:nvGrpSpPr>
      <p:grpSpPr>
        <a:xfrm>
          <a:off x="0" y="0"/>
          <a:ext cx="0" cy="0"/>
          <a:chOff x="0" y="0"/>
          <a:chExt cx="0" cy="0"/>
        </a:xfrm>
      </p:grpSpPr>
      <p:grpSp>
        <p:nvGrpSpPr>
          <p:cNvPr id="90" name="Google Shape;151;p23"/>
          <p:cNvGrpSpPr/>
          <p:nvPr/>
        </p:nvGrpSpPr>
        <p:grpSpPr>
          <a:xfrm>
            <a:off x="830392" y="4169130"/>
            <a:ext cx="745763" cy="45826"/>
            <a:chOff x="4580561" y="2589004"/>
            <a:chExt cx="1064464" cy="25200"/>
          </a:xfrm>
        </p:grpSpPr>
        <p:sp>
          <p:nvSpPr>
            <p:cNvPr id="1048650" name="Google Shape;152;p23"/>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1" name="Google Shape;153;p23"/>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52" name="Google Shape;154;p23"/>
          <p:cNvSpPr txBox="1">
            <a:spLocks noGrp="1"/>
          </p:cNvSpPr>
          <p:nvPr>
            <p:ph type="title" hasCustomPrompt="1"/>
          </p:nvPr>
        </p:nvSpPr>
        <p:spPr>
          <a:xfrm>
            <a:off x="729450" y="733950"/>
            <a:ext cx="7688400" cy="1244700"/>
          </a:xfrm>
          <a:prstGeom prst="rect"/>
        </p:spPr>
        <p:txBody>
          <a:bodyPr anchor="t" anchorCtr="0" bIns="91425" lIns="91425" rIns="91425" spcFirstLastPara="1" tIns="91425" wrap="square">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048653" name="Google Shape;155;p23"/>
          <p:cNvSpPr txBox="1">
            <a:spLocks noGrp="1"/>
          </p:cNvSpPr>
          <p:nvPr>
            <p:ph type="body" idx="1"/>
          </p:nvPr>
        </p:nvSpPr>
        <p:spPr>
          <a:xfrm>
            <a:off x="729450" y="2272888"/>
            <a:ext cx="7688400" cy="1580400"/>
          </a:xfrm>
          <a:prstGeom prst="rect"/>
        </p:spPr>
        <p:txBody>
          <a:bodyPr anchor="t" anchorCtr="0" bIns="91425" lIns="91425" rIns="91425" spcFirstLastPara="1" tIns="91425" wrap="square">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048654" name="Google Shape;156;p23"/>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91" name="Shape 157"/>
        <p:cNvGrpSpPr/>
        <p:nvPr/>
      </p:nvGrpSpPr>
      <p:grpSpPr>
        <a:xfrm>
          <a:off x="0" y="0"/>
          <a:ext cx="0" cy="0"/>
          <a:chOff x="0" y="0"/>
          <a:chExt cx="0" cy="0"/>
        </a:xfrm>
      </p:grpSpPr>
      <p:sp>
        <p:nvSpPr>
          <p:cNvPr id="1048655" name="Google Shape;158;p24"/>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23" name="Shape 86"/>
        <p:cNvGrpSpPr/>
        <p:nvPr/>
      </p:nvGrpSpPr>
      <p:grpSpPr>
        <a:xfrm>
          <a:off x="0" y="0"/>
          <a:ext cx="0" cy="0"/>
          <a:chOff x="0" y="0"/>
          <a:chExt cx="0" cy="0"/>
        </a:xfrm>
      </p:grpSpPr>
      <p:sp>
        <p:nvSpPr>
          <p:cNvPr id="1048741" name="Google Shape;87;p14"/>
          <p:cNvSpPr/>
          <p:nvPr/>
        </p:nvSpPr>
        <p:spPr>
          <a:xfrm>
            <a:off x="0" y="0"/>
            <a:ext cx="9144000" cy="4878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nvGrpSpPr>
          <p:cNvPr id="124" name="Google Shape;88;p14"/>
          <p:cNvGrpSpPr/>
          <p:nvPr/>
        </p:nvGrpSpPr>
        <p:grpSpPr>
          <a:xfrm>
            <a:off x="830392" y="1191256"/>
            <a:ext cx="745763" cy="45826"/>
            <a:chOff x="4580561" y="2589004"/>
            <a:chExt cx="1064464" cy="25200"/>
          </a:xfrm>
        </p:grpSpPr>
        <p:sp>
          <p:nvSpPr>
            <p:cNvPr id="1048742" name="Google Shape;89;p14"/>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43" name="Google Shape;90;p14"/>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744" name="Google Shape;91;p14"/>
          <p:cNvSpPr txBox="1">
            <a:spLocks noGrp="1"/>
          </p:cNvSpPr>
          <p:nvPr>
            <p:ph type="ctrTitle"/>
          </p:nvPr>
        </p:nvSpPr>
        <p:spPr>
          <a:xfrm>
            <a:off x="729450" y="1322450"/>
            <a:ext cx="7688100" cy="16647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a:r>
              <a:t/>
            </a:r>
          </a:p>
        </p:txBody>
      </p:sp>
      <p:sp>
        <p:nvSpPr>
          <p:cNvPr id="1048745" name="Google Shape;92;p14"/>
          <p:cNvSpPr txBox="1">
            <a:spLocks noGrp="1"/>
          </p:cNvSpPr>
          <p:nvPr>
            <p:ph type="subTitle" idx="1"/>
          </p:nvPr>
        </p:nvSpPr>
        <p:spPr>
          <a:xfrm>
            <a:off x="729627" y="3172900"/>
            <a:ext cx="7688100" cy="5412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r>
              <a:t/>
            </a:r>
          </a:p>
        </p:txBody>
      </p:sp>
      <p:sp>
        <p:nvSpPr>
          <p:cNvPr id="1048746" name="Google Shape;93;p14"/>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79" name="Shape 94"/>
        <p:cNvGrpSpPr/>
        <p:nvPr/>
      </p:nvGrpSpPr>
      <p:grpSpPr>
        <a:xfrm>
          <a:off x="0" y="0"/>
          <a:ext cx="0" cy="0"/>
          <a:chOff x="0" y="0"/>
          <a:chExt cx="0" cy="0"/>
        </a:xfrm>
      </p:grpSpPr>
      <p:grpSp>
        <p:nvGrpSpPr>
          <p:cNvPr id="80" name="Google Shape;95;p15"/>
          <p:cNvGrpSpPr/>
          <p:nvPr/>
        </p:nvGrpSpPr>
        <p:grpSpPr>
          <a:xfrm>
            <a:off x="830392" y="1191256"/>
            <a:ext cx="745763" cy="45826"/>
            <a:chOff x="4580561" y="2589004"/>
            <a:chExt cx="1064464" cy="25200"/>
          </a:xfrm>
        </p:grpSpPr>
        <p:sp>
          <p:nvSpPr>
            <p:cNvPr id="1048631" name="Google Shape;96;p15"/>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32" name="Google Shape;97;p15"/>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633" name="Google Shape;98;p15"/>
          <p:cNvSpPr txBox="1">
            <a:spLocks noGrp="1"/>
          </p:cNvSpPr>
          <p:nvPr>
            <p:ph type="title"/>
          </p:nvPr>
        </p:nvSpPr>
        <p:spPr>
          <a:xfrm>
            <a:off x="729450" y="1322450"/>
            <a:ext cx="7688400" cy="1518600"/>
          </a:xfrm>
          <a:prstGeom prst="rect"/>
        </p:spPr>
        <p:txBody>
          <a:bodyPr anchor="t" anchorCtr="0" bIns="91425" lIns="91425" rIns="91425" spcFirstLastPara="1" tIns="91425" wrap="square">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r>
              <a:t/>
            </a:r>
          </a:p>
        </p:txBody>
      </p:sp>
      <p:sp>
        <p:nvSpPr>
          <p:cNvPr id="1048634" name="Google Shape;99;p15"/>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19" name="Shape 100"/>
        <p:cNvGrpSpPr/>
        <p:nvPr/>
      </p:nvGrpSpPr>
      <p:grpSpPr>
        <a:xfrm>
          <a:off x="0" y="0"/>
          <a:ext cx="0" cy="0"/>
          <a:chOff x="0" y="0"/>
          <a:chExt cx="0" cy="0"/>
        </a:xfrm>
      </p:grpSpPr>
      <p:sp>
        <p:nvSpPr>
          <p:cNvPr id="1048730" name="Google Shape;101;p16"/>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nvGrpSpPr>
          <p:cNvPr id="120" name="Google Shape;102;p16"/>
          <p:cNvGrpSpPr/>
          <p:nvPr/>
        </p:nvGrpSpPr>
        <p:grpSpPr>
          <a:xfrm>
            <a:off x="830392" y="1191256"/>
            <a:ext cx="745763" cy="45826"/>
            <a:chOff x="4580561" y="2589004"/>
            <a:chExt cx="1064464" cy="25200"/>
          </a:xfrm>
        </p:grpSpPr>
        <p:sp>
          <p:nvSpPr>
            <p:cNvPr id="1048731" name="Google Shape;103;p16"/>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32" name="Google Shape;104;p16"/>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733" name="Google Shape;105;p16"/>
          <p:cNvSpPr txBox="1">
            <a:spLocks noGrp="1"/>
          </p:cNvSpPr>
          <p:nvPr>
            <p:ph type="title"/>
          </p:nvPr>
        </p:nvSpPr>
        <p:spPr>
          <a:xfrm>
            <a:off x="729450" y="1318650"/>
            <a:ext cx="7688700" cy="5352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r>
              <a:t/>
            </a:r>
          </a:p>
        </p:txBody>
      </p:sp>
      <p:sp>
        <p:nvSpPr>
          <p:cNvPr id="1048734" name="Google Shape;106;p16"/>
          <p:cNvSpPr txBox="1">
            <a:spLocks noGrp="1"/>
          </p:cNvSpPr>
          <p:nvPr>
            <p:ph type="body" idx="1"/>
          </p:nvPr>
        </p:nvSpPr>
        <p:spPr>
          <a:xfrm>
            <a:off x="729450" y="2078875"/>
            <a:ext cx="7688700" cy="22611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a:r>
              <a:t/>
            </a:r>
          </a:p>
        </p:txBody>
      </p:sp>
      <p:sp>
        <p:nvSpPr>
          <p:cNvPr id="1048735" name="Google Shape;107;p16"/>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28" name="Shape 108"/>
        <p:cNvGrpSpPr/>
        <p:nvPr/>
      </p:nvGrpSpPr>
      <p:grpSpPr>
        <a:xfrm>
          <a:off x="0" y="0"/>
          <a:ext cx="0" cy="0"/>
          <a:chOff x="0" y="0"/>
          <a:chExt cx="0" cy="0"/>
        </a:xfrm>
      </p:grpSpPr>
      <p:sp>
        <p:nvSpPr>
          <p:cNvPr id="1048753" name="Google Shape;109;p17"/>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nvGrpSpPr>
          <p:cNvPr id="129" name="Google Shape;110;p17"/>
          <p:cNvGrpSpPr/>
          <p:nvPr/>
        </p:nvGrpSpPr>
        <p:grpSpPr>
          <a:xfrm>
            <a:off x="830392" y="1191256"/>
            <a:ext cx="745763" cy="45826"/>
            <a:chOff x="4580561" y="2589004"/>
            <a:chExt cx="1064464" cy="25200"/>
          </a:xfrm>
        </p:grpSpPr>
        <p:sp>
          <p:nvSpPr>
            <p:cNvPr id="1048754" name="Google Shape;111;p17"/>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55" name="Google Shape;112;p17"/>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756" name="Google Shape;113;p17"/>
          <p:cNvSpPr txBox="1">
            <a:spLocks noGrp="1"/>
          </p:cNvSpPr>
          <p:nvPr>
            <p:ph type="title"/>
          </p:nvPr>
        </p:nvSpPr>
        <p:spPr>
          <a:xfrm>
            <a:off x="729450" y="1318650"/>
            <a:ext cx="7688400" cy="5352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r>
              <a:t/>
            </a:r>
          </a:p>
        </p:txBody>
      </p:sp>
      <p:sp>
        <p:nvSpPr>
          <p:cNvPr id="1048757" name="Google Shape;114;p17"/>
          <p:cNvSpPr txBox="1">
            <a:spLocks noGrp="1"/>
          </p:cNvSpPr>
          <p:nvPr>
            <p:ph type="body" idx="1"/>
          </p:nvPr>
        </p:nvSpPr>
        <p:spPr>
          <a:xfrm>
            <a:off x="729325" y="2078875"/>
            <a:ext cx="3774300" cy="22611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a:r>
              <a:t/>
            </a:r>
          </a:p>
        </p:txBody>
      </p:sp>
      <p:sp>
        <p:nvSpPr>
          <p:cNvPr id="1048758" name="Google Shape;115;p17"/>
          <p:cNvSpPr txBox="1">
            <a:spLocks noGrp="1"/>
          </p:cNvSpPr>
          <p:nvPr>
            <p:ph type="body" idx="2"/>
          </p:nvPr>
        </p:nvSpPr>
        <p:spPr>
          <a:xfrm>
            <a:off x="4643604" y="2078875"/>
            <a:ext cx="3774300" cy="22611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a:r>
              <a:t/>
            </a:r>
          </a:p>
        </p:txBody>
      </p:sp>
      <p:sp>
        <p:nvSpPr>
          <p:cNvPr id="1048759" name="Google Shape;116;p17"/>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25" name="Shape 117"/>
        <p:cNvGrpSpPr/>
        <p:nvPr/>
      </p:nvGrpSpPr>
      <p:grpSpPr>
        <a:xfrm>
          <a:off x="0" y="0"/>
          <a:ext cx="0" cy="0"/>
          <a:chOff x="0" y="0"/>
          <a:chExt cx="0" cy="0"/>
        </a:xfrm>
      </p:grpSpPr>
      <p:sp>
        <p:nvSpPr>
          <p:cNvPr id="1048747" name="Google Shape;118;p18"/>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nvGrpSpPr>
          <p:cNvPr id="126" name="Google Shape;119;p18"/>
          <p:cNvGrpSpPr/>
          <p:nvPr/>
        </p:nvGrpSpPr>
        <p:grpSpPr>
          <a:xfrm>
            <a:off x="830392" y="1191256"/>
            <a:ext cx="745763" cy="45826"/>
            <a:chOff x="4580561" y="2589004"/>
            <a:chExt cx="1064464" cy="25200"/>
          </a:xfrm>
        </p:grpSpPr>
        <p:sp>
          <p:nvSpPr>
            <p:cNvPr id="1048748" name="Google Shape;120;p18"/>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49" name="Google Shape;121;p18"/>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750" name="Google Shape;122;p18"/>
          <p:cNvSpPr txBox="1">
            <a:spLocks noGrp="1"/>
          </p:cNvSpPr>
          <p:nvPr>
            <p:ph type="title"/>
          </p:nvPr>
        </p:nvSpPr>
        <p:spPr>
          <a:xfrm>
            <a:off x="729450" y="1318650"/>
            <a:ext cx="7688400" cy="5352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r>
              <a:t/>
            </a:r>
          </a:p>
        </p:txBody>
      </p:sp>
      <p:sp>
        <p:nvSpPr>
          <p:cNvPr id="1048751" name="Google Shape;123;p18"/>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30" name="Shape 124"/>
        <p:cNvGrpSpPr/>
        <p:nvPr/>
      </p:nvGrpSpPr>
      <p:grpSpPr>
        <a:xfrm>
          <a:off x="0" y="0"/>
          <a:ext cx="0" cy="0"/>
          <a:chOff x="0" y="0"/>
          <a:chExt cx="0" cy="0"/>
        </a:xfrm>
      </p:grpSpPr>
      <p:sp>
        <p:nvSpPr>
          <p:cNvPr id="1048760" name="Google Shape;125;p19"/>
          <p:cNvSpPr/>
          <p:nvPr/>
        </p:nvSpPr>
        <p:spPr>
          <a:xfrm>
            <a:off x="0" y="0"/>
            <a:ext cx="9144000" cy="4878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nvGrpSpPr>
          <p:cNvPr id="131" name="Google Shape;126;p19"/>
          <p:cNvGrpSpPr/>
          <p:nvPr/>
        </p:nvGrpSpPr>
        <p:grpSpPr>
          <a:xfrm>
            <a:off x="830392" y="1191256"/>
            <a:ext cx="745763" cy="45826"/>
            <a:chOff x="4580561" y="2589004"/>
            <a:chExt cx="1064464" cy="25200"/>
          </a:xfrm>
        </p:grpSpPr>
        <p:sp>
          <p:nvSpPr>
            <p:cNvPr id="1048761" name="Google Shape;127;p19"/>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62" name="Google Shape;128;p19"/>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763" name="Google Shape;129;p19"/>
          <p:cNvSpPr txBox="1">
            <a:spLocks noGrp="1"/>
          </p:cNvSpPr>
          <p:nvPr>
            <p:ph type="title"/>
          </p:nvPr>
        </p:nvSpPr>
        <p:spPr>
          <a:xfrm>
            <a:off x="730000" y="1318650"/>
            <a:ext cx="3300900" cy="13815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r>
              <a:t/>
            </a:r>
          </a:p>
        </p:txBody>
      </p:sp>
      <p:sp>
        <p:nvSpPr>
          <p:cNvPr id="1048764" name="Google Shape;130;p19"/>
          <p:cNvSpPr txBox="1">
            <a:spLocks noGrp="1"/>
          </p:cNvSpPr>
          <p:nvPr>
            <p:ph type="body" idx="1"/>
          </p:nvPr>
        </p:nvSpPr>
        <p:spPr>
          <a:xfrm>
            <a:off x="721225" y="2781725"/>
            <a:ext cx="3300900" cy="15975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a:r>
              <a:t/>
            </a:r>
          </a:p>
        </p:txBody>
      </p:sp>
      <p:sp>
        <p:nvSpPr>
          <p:cNvPr id="1048765" name="Google Shape;131;p19"/>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048766" name="Google Shape;134;p20"/>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67" name="Google Shape;135;p20"/>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768" name="Google Shape;136;p20"/>
          <p:cNvSpPr txBox="1">
            <a:spLocks noGrp="1"/>
          </p:cNvSpPr>
          <p:nvPr>
            <p:ph type="title"/>
          </p:nvPr>
        </p:nvSpPr>
        <p:spPr>
          <a:xfrm>
            <a:off x="729450" y="864300"/>
            <a:ext cx="7021200" cy="2985000"/>
          </a:xfrm>
          <a:prstGeom prst="rect"/>
        </p:spPr>
        <p:txBody>
          <a:bodyPr anchor="ctr" anchorCtr="0" bIns="91425" lIns="91425" rIns="91425" spcFirstLastPara="1" tIns="91425" wrap="square">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r>
              <a:t/>
            </a:r>
          </a:p>
        </p:txBody>
      </p:sp>
      <p:sp>
        <p:nvSpPr>
          <p:cNvPr id="1048769" name="Google Shape;137;p20"/>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34" name="Shape 138"/>
        <p:cNvGrpSpPr/>
        <p:nvPr/>
      </p:nvGrpSpPr>
      <p:grpSpPr>
        <a:xfrm>
          <a:off x="0" y="0"/>
          <a:ext cx="0" cy="0"/>
          <a:chOff x="0" y="0"/>
          <a:chExt cx="0" cy="0"/>
        </a:xfrm>
      </p:grpSpPr>
      <p:sp>
        <p:nvSpPr>
          <p:cNvPr id="1048770" name="Google Shape;139;p21"/>
          <p:cNvSpPr/>
          <p:nvPr/>
        </p:nvSpPr>
        <p:spPr>
          <a:xfrm>
            <a:off x="0" y="0"/>
            <a:ext cx="4572000" cy="51435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nvGrpSpPr>
          <p:cNvPr id="135" name="Google Shape;140;p21"/>
          <p:cNvGrpSpPr/>
          <p:nvPr/>
        </p:nvGrpSpPr>
        <p:grpSpPr>
          <a:xfrm>
            <a:off x="830392" y="1191256"/>
            <a:ext cx="745763" cy="45826"/>
            <a:chOff x="4580561" y="2589004"/>
            <a:chExt cx="1064464" cy="25200"/>
          </a:xfrm>
        </p:grpSpPr>
        <p:sp>
          <p:nvSpPr>
            <p:cNvPr id="1048771" name="Google Shape;141;p21"/>
            <p:cNvSpPr/>
            <p:nvPr/>
          </p:nvSpPr>
          <p:spPr>
            <a:xfrm rot="-5400000">
              <a:off x="5366325" y="2335504"/>
              <a:ext cx="25200" cy="532200"/>
            </a:xfrm>
            <a:prstGeom prst="rect"/>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72" name="Google Shape;142;p21"/>
            <p:cNvSpPr/>
            <p:nvPr/>
          </p:nvSpPr>
          <p:spPr>
            <a:xfrm rot="-5400000">
              <a:off x="4836311" y="2333254"/>
              <a:ext cx="25200" cy="536700"/>
            </a:xfrm>
            <a:prstGeom prst="rect"/>
            <a:solidFill>
              <a:schemeClr val="dk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773" name="Google Shape;143;p21"/>
          <p:cNvSpPr txBox="1">
            <a:spLocks noGrp="1"/>
          </p:cNvSpPr>
          <p:nvPr>
            <p:ph type="title"/>
          </p:nvPr>
        </p:nvSpPr>
        <p:spPr>
          <a:xfrm>
            <a:off x="730000" y="1318650"/>
            <a:ext cx="3300900" cy="1687200"/>
          </a:xfrm>
          <a:prstGeom prst="rect"/>
        </p:spPr>
        <p:txBody>
          <a:bodyPr anchor="t" anchorCtr="0" bIns="91425" lIns="91425" rIns="91425" spcFirstLastPara="1" tIns="91425" wrap="square">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r>
              <a:t/>
            </a:r>
          </a:p>
        </p:txBody>
      </p:sp>
      <p:sp>
        <p:nvSpPr>
          <p:cNvPr id="1048774" name="Google Shape;144;p21"/>
          <p:cNvSpPr txBox="1">
            <a:spLocks noGrp="1"/>
          </p:cNvSpPr>
          <p:nvPr>
            <p:ph type="subTitle" idx="1"/>
          </p:nvPr>
        </p:nvSpPr>
        <p:spPr>
          <a:xfrm>
            <a:off x="724950" y="3161525"/>
            <a:ext cx="3300900" cy="7590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r>
              <a:t/>
            </a:r>
          </a:p>
        </p:txBody>
      </p:sp>
      <p:sp>
        <p:nvSpPr>
          <p:cNvPr id="1048775" name="Google Shape;145;p21"/>
          <p:cNvSpPr txBox="1">
            <a:spLocks noGrp="1"/>
          </p:cNvSpPr>
          <p:nvPr>
            <p:ph type="body" idx="2"/>
          </p:nvPr>
        </p:nvSpPr>
        <p:spPr>
          <a:xfrm>
            <a:off x="5174225" y="1352625"/>
            <a:ext cx="3374400" cy="3025500"/>
          </a:xfrm>
          <a:prstGeom prst="rect"/>
        </p:spPr>
        <p:txBody>
          <a:bodyPr anchor="t" anchorCtr="0" bIns="91425" lIns="91425" rIns="91425" spcFirstLastPara="1" tIns="91425" wrap="square">
            <a:noAutofit/>
          </a:bodyPr>
          <a:lstStyle>
            <a:lvl1pPr indent="-311150" lvl="0" marL="457200" rtl="0">
              <a:spcBef>
                <a:spcPts val="0"/>
              </a:spcBef>
              <a:spcAft>
                <a:spcPts val="0"/>
              </a:spcAft>
              <a:buSzPts val="1300"/>
              <a:buChar char="●"/>
            </a:lvl1pPr>
            <a:lvl2pPr indent="-298450" lvl="1" marL="914400" rtl="0">
              <a:spcBef>
                <a:spcPts val="1600"/>
              </a:spcBef>
              <a:spcAft>
                <a:spcPts val="0"/>
              </a:spcAft>
              <a:buSzPts val="1100"/>
              <a:buChar char="○"/>
            </a:lvl2pPr>
            <a:lvl3pPr indent="-298450" lvl="2" marL="1371600" rtl="0">
              <a:spcBef>
                <a:spcPts val="1600"/>
              </a:spcBef>
              <a:spcAft>
                <a:spcPts val="0"/>
              </a:spcAft>
              <a:buSzPts val="1100"/>
              <a:buChar char="■"/>
            </a:lvl3pPr>
            <a:lvl4pPr indent="-298450" lvl="3" marL="1828800" rtl="0">
              <a:spcBef>
                <a:spcPts val="1600"/>
              </a:spcBef>
              <a:spcAft>
                <a:spcPts val="0"/>
              </a:spcAft>
              <a:buSzPts val="1100"/>
              <a:buChar char="●"/>
            </a:lvl4pPr>
            <a:lvl5pPr indent="-298450" lvl="4" marL="2286000" rtl="0">
              <a:spcBef>
                <a:spcPts val="1600"/>
              </a:spcBef>
              <a:spcAft>
                <a:spcPts val="0"/>
              </a:spcAft>
              <a:buSzPts val="1100"/>
              <a:buChar char="○"/>
            </a:lvl5pPr>
            <a:lvl6pPr indent="-298450" lvl="5" marL="2743200" rtl="0">
              <a:spcBef>
                <a:spcPts val="1600"/>
              </a:spcBef>
              <a:spcAft>
                <a:spcPts val="0"/>
              </a:spcAft>
              <a:buSzPts val="1100"/>
              <a:buChar char="■"/>
            </a:lvl6pPr>
            <a:lvl7pPr indent="-298450" lvl="6" marL="3200400" rtl="0">
              <a:spcBef>
                <a:spcPts val="1600"/>
              </a:spcBef>
              <a:spcAft>
                <a:spcPts val="0"/>
              </a:spcAft>
              <a:buSzPts val="1100"/>
              <a:buChar char="●"/>
            </a:lvl7pPr>
            <a:lvl8pPr indent="-298450" lvl="7" marL="3657600" rtl="0">
              <a:spcBef>
                <a:spcPts val="1600"/>
              </a:spcBef>
              <a:spcAft>
                <a:spcPts val="0"/>
              </a:spcAft>
              <a:buSzPts val="1100"/>
              <a:buChar char="○"/>
            </a:lvl8pPr>
            <a:lvl9pPr indent="-298450" lvl="8" marL="4114800" rtl="0">
              <a:spcBef>
                <a:spcPts val="1600"/>
              </a:spcBef>
              <a:spcAft>
                <a:spcPts val="1600"/>
              </a:spcAft>
              <a:buSzPts val="1100"/>
              <a:buChar char="■"/>
            </a:lvl9pPr>
          </a:lstStyle>
          <a:p>
            <a:r>
              <a:t/>
            </a:r>
          </a:p>
        </p:txBody>
      </p:sp>
      <p:sp>
        <p:nvSpPr>
          <p:cNvPr id="1048776" name="Google Shape;146;p21"/>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8" name="Shape 147"/>
        <p:cNvGrpSpPr/>
        <p:nvPr/>
      </p:nvGrpSpPr>
      <p:grpSpPr>
        <a:xfrm>
          <a:off x="0" y="0"/>
          <a:ext cx="0" cy="0"/>
          <a:chOff x="0" y="0"/>
          <a:chExt cx="0" cy="0"/>
        </a:xfrm>
      </p:grpSpPr>
      <p:sp>
        <p:nvSpPr>
          <p:cNvPr id="1048728" name="Google Shape;148;p22"/>
          <p:cNvSpPr txBox="1">
            <a:spLocks noGrp="1"/>
          </p:cNvSpPr>
          <p:nvPr>
            <p:ph type="body" idx="1"/>
          </p:nvPr>
        </p:nvSpPr>
        <p:spPr>
          <a:xfrm>
            <a:off x="724950" y="4372551"/>
            <a:ext cx="7697400" cy="460500"/>
          </a:xfrm>
          <a:prstGeom prst="rect"/>
        </p:spPr>
        <p:txBody>
          <a:bodyPr anchor="ctr" anchorCtr="0" bIns="91425" lIns="91425" rIns="91425" spcFirstLastPara="1" tIns="91425" wrap="square">
            <a:noAutofit/>
          </a:bodyPr>
          <a:lstStyle>
            <a:lvl1pPr indent="-228600" lvl="0" marL="457200" rtl="0">
              <a:lnSpc>
                <a:spcPct val="100000"/>
              </a:lnSpc>
              <a:spcBef>
                <a:spcPts val="0"/>
              </a:spcBef>
              <a:spcAft>
                <a:spcPts val="0"/>
              </a:spcAft>
              <a:buSzPts val="1300"/>
              <a:buNone/>
            </a:lvl1pPr>
          </a:lstStyle>
          <a:p>
            <a:r>
              <a:t/>
            </a:r>
          </a:p>
        </p:txBody>
      </p:sp>
      <p:sp>
        <p:nvSpPr>
          <p:cNvPr id="1048729" name="Google Shape;149;p22"/>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21" name="Shape 150"/>
        <p:cNvGrpSpPr/>
        <p:nvPr/>
      </p:nvGrpSpPr>
      <p:grpSpPr>
        <a:xfrm>
          <a:off x="0" y="0"/>
          <a:ext cx="0" cy="0"/>
          <a:chOff x="0" y="0"/>
          <a:chExt cx="0" cy="0"/>
        </a:xfrm>
      </p:grpSpPr>
      <p:grpSp>
        <p:nvGrpSpPr>
          <p:cNvPr id="122" name="Google Shape;151;p23"/>
          <p:cNvGrpSpPr/>
          <p:nvPr/>
        </p:nvGrpSpPr>
        <p:grpSpPr>
          <a:xfrm>
            <a:off x="830392" y="4169130"/>
            <a:ext cx="745763" cy="45826"/>
            <a:chOff x="4580561" y="2589004"/>
            <a:chExt cx="1064464" cy="25200"/>
          </a:xfrm>
        </p:grpSpPr>
        <p:sp>
          <p:nvSpPr>
            <p:cNvPr id="1048736" name="Google Shape;152;p23"/>
            <p:cNvSpPr/>
            <p:nvPr/>
          </p:nvSpPr>
          <p:spPr>
            <a:xfrm rot="-5400000">
              <a:off x="5366325" y="2335504"/>
              <a:ext cx="25200" cy="5322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37" name="Google Shape;153;p23"/>
            <p:cNvSpPr/>
            <p:nvPr/>
          </p:nvSpPr>
          <p:spPr>
            <a:xfrm rot="-5400000">
              <a:off x="4836311" y="2333254"/>
              <a:ext cx="25200" cy="536700"/>
            </a:xfrm>
            <a:prstGeom prst="rect"/>
            <a:solidFill>
              <a:schemeClr val="l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738" name="Google Shape;154;p23"/>
          <p:cNvSpPr txBox="1">
            <a:spLocks noGrp="1"/>
          </p:cNvSpPr>
          <p:nvPr>
            <p:ph type="title" hasCustomPrompt="1"/>
          </p:nvPr>
        </p:nvSpPr>
        <p:spPr>
          <a:xfrm>
            <a:off x="729450" y="733950"/>
            <a:ext cx="7688400" cy="1244700"/>
          </a:xfrm>
          <a:prstGeom prst="rect"/>
        </p:spPr>
        <p:txBody>
          <a:bodyPr anchor="t" anchorCtr="0" bIns="91425" lIns="91425" rIns="91425" spcFirstLastPara="1" tIns="91425" wrap="square">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048739" name="Google Shape;155;p23"/>
          <p:cNvSpPr txBox="1">
            <a:spLocks noGrp="1"/>
          </p:cNvSpPr>
          <p:nvPr>
            <p:ph type="body" idx="1"/>
          </p:nvPr>
        </p:nvSpPr>
        <p:spPr>
          <a:xfrm>
            <a:off x="729450" y="2272888"/>
            <a:ext cx="7688400" cy="1580400"/>
          </a:xfrm>
          <a:prstGeom prst="rect"/>
        </p:spPr>
        <p:txBody>
          <a:bodyPr anchor="t" anchorCtr="0" bIns="91425" lIns="91425" rIns="91425" spcFirstLastPara="1" tIns="91425" wrap="square">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a:r>
              <a:t/>
            </a:r>
          </a:p>
        </p:txBody>
      </p:sp>
      <p:sp>
        <p:nvSpPr>
          <p:cNvPr id="1048740" name="Google Shape;156;p23"/>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27" name="Shape 157"/>
        <p:cNvGrpSpPr/>
        <p:nvPr/>
      </p:nvGrpSpPr>
      <p:grpSpPr>
        <a:xfrm>
          <a:off x="0" y="0"/>
          <a:ext cx="0" cy="0"/>
          <a:chOff x="0" y="0"/>
          <a:chExt cx="0" cy="0"/>
        </a:xfrm>
      </p:grpSpPr>
      <p:sp>
        <p:nvSpPr>
          <p:cNvPr id="1048752" name="Google Shape;158;p24"/>
          <p:cNvSpPr txBox="1">
            <a:spLocks noGrp="1"/>
          </p:cNvSpPr>
          <p:nvPr>
            <p:ph type="sldNum" idx="12"/>
          </p:nvPr>
        </p:nvSpPr>
        <p:spPr>
          <a:xfrm>
            <a:off x="8536302" y="4749851"/>
            <a:ext cx="548700" cy="393600"/>
          </a:xfrm>
          <a:prstGeom prst="rect"/>
        </p:spPr>
        <p:txBody>
          <a:bodyPr anchor="ctr" anchorCtr="0" bIns="91425" lIns="91425" rIns="91425" spcFirstLastPara="1" tIns="91425" wrap="square">
            <a:no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algn="r" indent="0" lvl="0" marL="0" rtl="0">
              <a:spcBef>
                <a:spcPts val="0"/>
              </a:spcBef>
              <a:spcAft>
                <a:spcPts val="0"/>
              </a:spcAft>
              <a:buNone/>
            </a:pPr>
            <a:fld id="{00000000-1234-1234-1234-123412341234}" type="slidenum">
              <a:rPr lang="id"/>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3" name="Shape 5"/>
        <p:cNvGrpSpPr/>
        <p:nvPr/>
      </p:nvGrpSpPr>
      <p:grpSpPr>
        <a:xfrm>
          <a:off x="0" y="0"/>
          <a:ext cx="0" cy="0"/>
          <a:chOff x="0" y="0"/>
          <a:chExt cx="0" cy="0"/>
        </a:xfrm>
      </p:grpSpPr>
      <p:sp>
        <p:nvSpPr>
          <p:cNvPr id="1048576" name="Google Shape;6;p1"/>
          <p:cNvSpPr txBox="1">
            <a:spLocks noGrp="1"/>
          </p:cNvSpPr>
          <p:nvPr>
            <p:ph type="title"/>
          </p:nvPr>
        </p:nvSpPr>
        <p:spPr>
          <a:xfrm>
            <a:off x="311700" y="445025"/>
            <a:ext cx="8520600" cy="572700"/>
          </a:xfrm>
          <a:prstGeom prst="rect"/>
          <a:noFill/>
          <a:ln>
            <a:noFill/>
          </a:ln>
        </p:spPr>
        <p:txBody>
          <a:bodyPr anchor="t" anchorCtr="0" bIns="91425" lIns="91425" rIns="91425" spcFirstLastPara="1" tIns="91425" wrap="square">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1048577" name="Google Shape;7;p1"/>
          <p:cNvSpPr txBox="1">
            <a:spLocks noGrp="1"/>
          </p:cNvSpPr>
          <p:nvPr>
            <p:ph type="body" idx="1"/>
          </p:nvPr>
        </p:nvSpPr>
        <p:spPr>
          <a:xfrm>
            <a:off x="311700" y="1152475"/>
            <a:ext cx="8520600" cy="3416400"/>
          </a:xfrm>
          <a:prstGeom prst="rect"/>
          <a:noFill/>
          <a:ln>
            <a:noFill/>
          </a:ln>
        </p:spPr>
        <p:txBody>
          <a:bodyPr anchor="t" anchorCtr="0" bIns="91425" lIns="91425" rIns="91425" spcFirstLastPara="1" tIns="91425" wrap="square">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048578" name="Google Shape;8;p1"/>
          <p:cNvSpPr txBox="1">
            <a:spLocks noGrp="1"/>
          </p:cNvSpPr>
          <p:nvPr>
            <p:ph type="sldNum" idx="12"/>
          </p:nvPr>
        </p:nvSpPr>
        <p:spPr>
          <a:xfrm>
            <a:off x="8536302" y="4749851"/>
            <a:ext cx="548700" cy="393600"/>
          </a:xfrm>
          <a:prstGeom prst="rect"/>
          <a:noFill/>
          <a:ln>
            <a:noFill/>
          </a:ln>
        </p:spPr>
        <p:txBody>
          <a:bodyPr anchor="ctr" anchorCtr="0" bIns="91425" lIns="91425" rIns="91425" spcFirstLastPara="1" tIns="91425" wrap="square">
            <a:normAutofit/>
          </a:bodyPr>
          <a:lstStyle>
            <a:lvl1pPr algn="r" lvl="0">
              <a:buNone/>
              <a:defRPr sz="1000">
                <a:solidFill>
                  <a:schemeClr val="accent1"/>
                </a:solidFill>
                <a:latin typeface="Lato"/>
                <a:ea typeface="Lato"/>
                <a:cs typeface="Lato"/>
                <a:sym typeface="Lato"/>
              </a:defRPr>
            </a:lvl1pPr>
            <a:lvl2pPr algn="r" lvl="1">
              <a:buNone/>
              <a:defRPr sz="1000">
                <a:solidFill>
                  <a:schemeClr val="accent1"/>
                </a:solidFill>
                <a:latin typeface="Lato"/>
                <a:ea typeface="Lato"/>
                <a:cs typeface="Lato"/>
                <a:sym typeface="Lato"/>
              </a:defRPr>
            </a:lvl2pPr>
            <a:lvl3pPr algn="r" lvl="2">
              <a:buNone/>
              <a:defRPr sz="1000">
                <a:solidFill>
                  <a:schemeClr val="accent1"/>
                </a:solidFill>
                <a:latin typeface="Lato"/>
                <a:ea typeface="Lato"/>
                <a:cs typeface="Lato"/>
                <a:sym typeface="Lato"/>
              </a:defRPr>
            </a:lvl3pPr>
            <a:lvl4pPr algn="r" lvl="3">
              <a:buNone/>
              <a:defRPr sz="1000">
                <a:solidFill>
                  <a:schemeClr val="accent1"/>
                </a:solidFill>
                <a:latin typeface="Lato"/>
                <a:ea typeface="Lato"/>
                <a:cs typeface="Lato"/>
                <a:sym typeface="Lato"/>
              </a:defRPr>
            </a:lvl4pPr>
            <a:lvl5pPr algn="r" lvl="4">
              <a:buNone/>
              <a:defRPr sz="1000">
                <a:solidFill>
                  <a:schemeClr val="accent1"/>
                </a:solidFill>
                <a:latin typeface="Lato"/>
                <a:ea typeface="Lato"/>
                <a:cs typeface="Lato"/>
                <a:sym typeface="Lato"/>
              </a:defRPr>
            </a:lvl5pPr>
            <a:lvl6pPr algn="r" lvl="5">
              <a:buNone/>
              <a:defRPr sz="1000">
                <a:solidFill>
                  <a:schemeClr val="accent1"/>
                </a:solidFill>
                <a:latin typeface="Lato"/>
                <a:ea typeface="Lato"/>
                <a:cs typeface="Lato"/>
                <a:sym typeface="Lato"/>
              </a:defRPr>
            </a:lvl6pPr>
            <a:lvl7pPr algn="r" lvl="6">
              <a:buNone/>
              <a:defRPr sz="1000">
                <a:solidFill>
                  <a:schemeClr val="accent1"/>
                </a:solidFill>
                <a:latin typeface="Lato"/>
                <a:ea typeface="Lato"/>
                <a:cs typeface="Lato"/>
                <a:sym typeface="Lato"/>
              </a:defRPr>
            </a:lvl7pPr>
            <a:lvl8pPr algn="r" lvl="7">
              <a:buNone/>
              <a:defRPr sz="1000">
                <a:solidFill>
                  <a:schemeClr val="accent1"/>
                </a:solidFill>
                <a:latin typeface="Lato"/>
                <a:ea typeface="Lato"/>
                <a:cs typeface="Lato"/>
                <a:sym typeface="Lato"/>
              </a:defRPr>
            </a:lvl8pPr>
            <a:lvl9pPr algn="r" lvl="8">
              <a:buNone/>
              <a:defRPr sz="1000">
                <a:solidFill>
                  <a:schemeClr val="accen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lang="id"/>
              <a:t>‹#›</a:t>
            </a:fld>
          </a:p>
        </p:txBody>
      </p:sp>
    </p:spTree>
  </p:cSld>
  <p:clrMap accent1="accent1" accent2="accent2" accent3="accent3" accent4="accent4" accent5="accent5" accent6="accent6" bg1="lt1" bg2="dk2" tx1="dk1" tx2="lt2"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30" name="Shape 82"/>
        <p:cNvGrpSpPr/>
        <p:nvPr/>
      </p:nvGrpSpPr>
      <p:grpSpPr>
        <a:xfrm>
          <a:off x="0" y="0"/>
          <a:ext cx="0" cy="0"/>
          <a:chOff x="0" y="0"/>
          <a:chExt cx="0" cy="0"/>
        </a:xfrm>
      </p:grpSpPr>
      <p:sp>
        <p:nvSpPr>
          <p:cNvPr id="1048590" name="Google Shape;83;p13"/>
          <p:cNvSpPr txBox="1">
            <a:spLocks noGrp="1"/>
          </p:cNvSpPr>
          <p:nvPr>
            <p:ph type="title"/>
          </p:nvPr>
        </p:nvSpPr>
        <p:spPr>
          <a:xfrm>
            <a:off x="311700" y="445025"/>
            <a:ext cx="8520600" cy="572700"/>
          </a:xfrm>
          <a:prstGeom prst="rect"/>
          <a:noFill/>
          <a:ln>
            <a:noFill/>
          </a:ln>
        </p:spPr>
        <p:txBody>
          <a:bodyPr anchor="t" anchorCtr="0" bIns="91425" lIns="91425" rIns="91425" spcFirstLastPara="1" tIns="91425" wrap="square">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1048591" name="Google Shape;84;p13"/>
          <p:cNvSpPr txBox="1">
            <a:spLocks noGrp="1"/>
          </p:cNvSpPr>
          <p:nvPr>
            <p:ph type="body" idx="1"/>
          </p:nvPr>
        </p:nvSpPr>
        <p:spPr>
          <a:xfrm>
            <a:off x="311700" y="1152475"/>
            <a:ext cx="8520600" cy="3416400"/>
          </a:xfrm>
          <a:prstGeom prst="rect"/>
          <a:noFill/>
          <a:ln>
            <a:noFill/>
          </a:ln>
        </p:spPr>
        <p:txBody>
          <a:bodyPr anchor="t" anchorCtr="0" bIns="91425" lIns="91425" rIns="91425" spcFirstLastPara="1" tIns="91425" wrap="square">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048592" name="Google Shape;85;p13"/>
          <p:cNvSpPr txBox="1">
            <a:spLocks noGrp="1"/>
          </p:cNvSpPr>
          <p:nvPr>
            <p:ph type="sldNum" idx="12"/>
          </p:nvPr>
        </p:nvSpPr>
        <p:spPr>
          <a:xfrm>
            <a:off x="8536302" y="4749851"/>
            <a:ext cx="548700" cy="393600"/>
          </a:xfrm>
          <a:prstGeom prst="rect"/>
          <a:noFill/>
          <a:ln>
            <a:noFill/>
          </a:ln>
        </p:spPr>
        <p:txBody>
          <a:bodyPr anchor="ctr" anchorCtr="0" bIns="91425" lIns="91425" rIns="91425" spcFirstLastPara="1" tIns="91425" wrap="square">
            <a:noAutofit/>
          </a:bodyPr>
          <a:lstStyle>
            <a:lvl1pPr algn="r" lvl="0" rtl="0">
              <a:buNone/>
              <a:defRPr sz="1000">
                <a:solidFill>
                  <a:schemeClr val="accent1"/>
                </a:solidFill>
                <a:latin typeface="Lato"/>
                <a:ea typeface="Lato"/>
                <a:cs typeface="Lato"/>
                <a:sym typeface="Lato"/>
              </a:defRPr>
            </a:lvl1pPr>
            <a:lvl2pPr algn="r" lvl="1" rtl="0">
              <a:buNone/>
              <a:defRPr sz="1000">
                <a:solidFill>
                  <a:schemeClr val="accent1"/>
                </a:solidFill>
                <a:latin typeface="Lato"/>
                <a:ea typeface="Lato"/>
                <a:cs typeface="Lato"/>
                <a:sym typeface="Lato"/>
              </a:defRPr>
            </a:lvl2pPr>
            <a:lvl3pPr algn="r" lvl="2" rtl="0">
              <a:buNone/>
              <a:defRPr sz="1000">
                <a:solidFill>
                  <a:schemeClr val="accent1"/>
                </a:solidFill>
                <a:latin typeface="Lato"/>
                <a:ea typeface="Lato"/>
                <a:cs typeface="Lato"/>
                <a:sym typeface="Lato"/>
              </a:defRPr>
            </a:lvl3pPr>
            <a:lvl4pPr algn="r" lvl="3" rtl="0">
              <a:buNone/>
              <a:defRPr sz="1000">
                <a:solidFill>
                  <a:schemeClr val="accent1"/>
                </a:solidFill>
                <a:latin typeface="Lato"/>
                <a:ea typeface="Lato"/>
                <a:cs typeface="Lato"/>
                <a:sym typeface="Lato"/>
              </a:defRPr>
            </a:lvl4pPr>
            <a:lvl5pPr algn="r" lvl="4" rtl="0">
              <a:buNone/>
              <a:defRPr sz="1000">
                <a:solidFill>
                  <a:schemeClr val="accent1"/>
                </a:solidFill>
                <a:latin typeface="Lato"/>
                <a:ea typeface="Lato"/>
                <a:cs typeface="Lato"/>
                <a:sym typeface="Lato"/>
              </a:defRPr>
            </a:lvl5pPr>
            <a:lvl6pPr algn="r" lvl="5" rtl="0">
              <a:buNone/>
              <a:defRPr sz="1000">
                <a:solidFill>
                  <a:schemeClr val="accent1"/>
                </a:solidFill>
                <a:latin typeface="Lato"/>
                <a:ea typeface="Lato"/>
                <a:cs typeface="Lato"/>
                <a:sym typeface="Lato"/>
              </a:defRPr>
            </a:lvl6pPr>
            <a:lvl7pPr algn="r" lvl="6" rtl="0">
              <a:buNone/>
              <a:defRPr sz="1000">
                <a:solidFill>
                  <a:schemeClr val="accent1"/>
                </a:solidFill>
                <a:latin typeface="Lato"/>
                <a:ea typeface="Lato"/>
                <a:cs typeface="Lato"/>
                <a:sym typeface="Lato"/>
              </a:defRPr>
            </a:lvl7pPr>
            <a:lvl8pPr algn="r" lvl="7" rtl="0">
              <a:buNone/>
              <a:defRPr sz="1000">
                <a:solidFill>
                  <a:schemeClr val="accent1"/>
                </a:solidFill>
                <a:latin typeface="Lato"/>
                <a:ea typeface="Lato"/>
                <a:cs typeface="Lato"/>
                <a:sym typeface="Lato"/>
              </a:defRPr>
            </a:lvl8pPr>
            <a:lvl9pPr algn="r" lvl="8" rtl="0">
              <a:buNone/>
              <a:defRPr sz="1000">
                <a:solidFill>
                  <a:schemeClr val="accen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lang="id"/>
              <a:t>‹#›</a:t>
            </a:fld>
          </a:p>
        </p:txBody>
      </p:sp>
    </p:spTree>
  </p:cSld>
  <p:clrMap accent1="accent1" accent2="accent2" accent3="accent3" accent4="accent4" accent5="accent5" accent6="accent6" bg1="lt1" bg2="dk2" tx1="dk1" tx2="lt2"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67" name="Shape 82"/>
        <p:cNvGrpSpPr/>
        <p:nvPr/>
      </p:nvGrpSpPr>
      <p:grpSpPr>
        <a:xfrm>
          <a:off x="0" y="0"/>
          <a:ext cx="0" cy="0"/>
          <a:chOff x="0" y="0"/>
          <a:chExt cx="0" cy="0"/>
        </a:xfrm>
      </p:grpSpPr>
      <p:sp>
        <p:nvSpPr>
          <p:cNvPr id="1048628" name="Google Shape;83;p13"/>
          <p:cNvSpPr txBox="1">
            <a:spLocks noGrp="1"/>
          </p:cNvSpPr>
          <p:nvPr>
            <p:ph type="title"/>
          </p:nvPr>
        </p:nvSpPr>
        <p:spPr>
          <a:xfrm>
            <a:off x="311700" y="445025"/>
            <a:ext cx="8520600" cy="572700"/>
          </a:xfrm>
          <a:prstGeom prst="rect"/>
          <a:noFill/>
          <a:ln>
            <a:noFill/>
          </a:ln>
        </p:spPr>
        <p:txBody>
          <a:bodyPr anchor="t" anchorCtr="0" bIns="91425" lIns="91425" rIns="91425" spcFirstLastPara="1" tIns="91425" wrap="square">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a:r>
              <a:t/>
            </a:r>
          </a:p>
        </p:txBody>
      </p:sp>
      <p:sp>
        <p:nvSpPr>
          <p:cNvPr id="1048629" name="Google Shape;84;p13"/>
          <p:cNvSpPr txBox="1">
            <a:spLocks noGrp="1"/>
          </p:cNvSpPr>
          <p:nvPr>
            <p:ph type="body" idx="1"/>
          </p:nvPr>
        </p:nvSpPr>
        <p:spPr>
          <a:xfrm>
            <a:off x="311700" y="1152475"/>
            <a:ext cx="8520600" cy="3416400"/>
          </a:xfrm>
          <a:prstGeom prst="rect"/>
          <a:noFill/>
          <a:ln>
            <a:noFill/>
          </a:ln>
        </p:spPr>
        <p:txBody>
          <a:bodyPr anchor="t" anchorCtr="0" bIns="91425" lIns="91425" rIns="91425" spcFirstLastPara="1" tIns="91425" wrap="square">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r>
              <a:t/>
            </a:r>
          </a:p>
        </p:txBody>
      </p:sp>
      <p:sp>
        <p:nvSpPr>
          <p:cNvPr id="1048630" name="Google Shape;85;p13"/>
          <p:cNvSpPr txBox="1">
            <a:spLocks noGrp="1"/>
          </p:cNvSpPr>
          <p:nvPr>
            <p:ph type="sldNum" idx="12"/>
          </p:nvPr>
        </p:nvSpPr>
        <p:spPr>
          <a:xfrm>
            <a:off x="8536302" y="4749851"/>
            <a:ext cx="548700" cy="393600"/>
          </a:xfrm>
          <a:prstGeom prst="rect"/>
          <a:noFill/>
          <a:ln>
            <a:noFill/>
          </a:ln>
        </p:spPr>
        <p:txBody>
          <a:bodyPr anchor="ctr" anchorCtr="0" bIns="91425" lIns="91425" rIns="91425" spcFirstLastPara="1" tIns="91425" wrap="square">
            <a:noAutofit/>
          </a:bodyPr>
          <a:lstStyle>
            <a:lvl1pPr algn="r" lvl="0" rtl="0">
              <a:buNone/>
              <a:defRPr sz="1000">
                <a:solidFill>
                  <a:schemeClr val="accent1"/>
                </a:solidFill>
                <a:latin typeface="Lato"/>
                <a:ea typeface="Lato"/>
                <a:cs typeface="Lato"/>
                <a:sym typeface="Lato"/>
              </a:defRPr>
            </a:lvl1pPr>
            <a:lvl2pPr algn="r" lvl="1" rtl="0">
              <a:buNone/>
              <a:defRPr sz="1000">
                <a:solidFill>
                  <a:schemeClr val="accent1"/>
                </a:solidFill>
                <a:latin typeface="Lato"/>
                <a:ea typeface="Lato"/>
                <a:cs typeface="Lato"/>
                <a:sym typeface="Lato"/>
              </a:defRPr>
            </a:lvl2pPr>
            <a:lvl3pPr algn="r" lvl="2" rtl="0">
              <a:buNone/>
              <a:defRPr sz="1000">
                <a:solidFill>
                  <a:schemeClr val="accent1"/>
                </a:solidFill>
                <a:latin typeface="Lato"/>
                <a:ea typeface="Lato"/>
                <a:cs typeface="Lato"/>
                <a:sym typeface="Lato"/>
              </a:defRPr>
            </a:lvl3pPr>
            <a:lvl4pPr algn="r" lvl="3" rtl="0">
              <a:buNone/>
              <a:defRPr sz="1000">
                <a:solidFill>
                  <a:schemeClr val="accent1"/>
                </a:solidFill>
                <a:latin typeface="Lato"/>
                <a:ea typeface="Lato"/>
                <a:cs typeface="Lato"/>
                <a:sym typeface="Lato"/>
              </a:defRPr>
            </a:lvl4pPr>
            <a:lvl5pPr algn="r" lvl="4" rtl="0">
              <a:buNone/>
              <a:defRPr sz="1000">
                <a:solidFill>
                  <a:schemeClr val="accent1"/>
                </a:solidFill>
                <a:latin typeface="Lato"/>
                <a:ea typeface="Lato"/>
                <a:cs typeface="Lato"/>
                <a:sym typeface="Lato"/>
              </a:defRPr>
            </a:lvl5pPr>
            <a:lvl6pPr algn="r" lvl="5" rtl="0">
              <a:buNone/>
              <a:defRPr sz="1000">
                <a:solidFill>
                  <a:schemeClr val="accent1"/>
                </a:solidFill>
                <a:latin typeface="Lato"/>
                <a:ea typeface="Lato"/>
                <a:cs typeface="Lato"/>
                <a:sym typeface="Lato"/>
              </a:defRPr>
            </a:lvl6pPr>
            <a:lvl7pPr algn="r" lvl="6" rtl="0">
              <a:buNone/>
              <a:defRPr sz="1000">
                <a:solidFill>
                  <a:schemeClr val="accent1"/>
                </a:solidFill>
                <a:latin typeface="Lato"/>
                <a:ea typeface="Lato"/>
                <a:cs typeface="Lato"/>
                <a:sym typeface="Lato"/>
              </a:defRPr>
            </a:lvl7pPr>
            <a:lvl8pPr algn="r" lvl="7" rtl="0">
              <a:buNone/>
              <a:defRPr sz="1000">
                <a:solidFill>
                  <a:schemeClr val="accent1"/>
                </a:solidFill>
                <a:latin typeface="Lato"/>
                <a:ea typeface="Lato"/>
                <a:cs typeface="Lato"/>
                <a:sym typeface="Lato"/>
              </a:defRPr>
            </a:lvl8pPr>
            <a:lvl9pPr algn="r" lvl="8" rtl="0">
              <a:buNone/>
              <a:defRPr sz="1000">
                <a:solidFill>
                  <a:schemeClr val="accen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lang="id"/>
              <a:t>‹#›</a:t>
            </a:fld>
          </a:p>
        </p:txBody>
      </p:sp>
    </p:spTree>
  </p:cSld>
  <p:clrMap accent1="accent1" accent2="accent2" accent3="accent3" accent4="accent4" accent5="accent5" accent6="accent6" bg1="lt1" bg2="dk2" tx1="dk1" tx2="lt2"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7" name="Shape 162"/>
        <p:cNvGrpSpPr/>
        <p:nvPr/>
      </p:nvGrpSpPr>
      <p:grpSpPr>
        <a:xfrm>
          <a:off x="0" y="0"/>
          <a:ext cx="0" cy="0"/>
          <a:chOff x="0" y="0"/>
          <a:chExt cx="0" cy="0"/>
        </a:xfrm>
      </p:grpSpPr>
      <p:sp>
        <p:nvSpPr>
          <p:cNvPr id="1048585" name="Google Shape;163;p25"/>
          <p:cNvSpPr txBox="1">
            <a:spLocks noGrp="1"/>
          </p:cNvSpPr>
          <p:nvPr>
            <p:ph type="ctrTitle"/>
          </p:nvPr>
        </p:nvSpPr>
        <p:spPr>
          <a:xfrm>
            <a:off x="729450" y="1322450"/>
            <a:ext cx="7688100" cy="1664700"/>
          </a:xfrm>
          <a:prstGeom prst="rect"/>
        </p:spPr>
        <p:txBody>
          <a:bodyPr anchor="t" anchorCtr="0" bIns="91425" lIns="91425" rIns="91425" spcFirstLastPara="1" tIns="91425" wrap="square">
            <a:normAutofit/>
          </a:bodyPr>
          <a:p>
            <a:pPr algn="l" indent="0" lvl="0" marL="0" rtl="0">
              <a:spcBef>
                <a:spcPts val="0"/>
              </a:spcBef>
              <a:spcAft>
                <a:spcPts val="0"/>
              </a:spcAft>
              <a:buNone/>
            </a:pPr>
            <a:r>
              <a:rPr lang="en-US" err="1"/>
              <a:t>Praktik</a:t>
            </a:r>
            <a:r>
              <a:rPr lang="en-US"/>
              <a:t> </a:t>
            </a:r>
            <a:r>
              <a:rPr lang="en-US" err="1"/>
              <a:t>Kerja</a:t>
            </a:r>
            <a:r>
              <a:rPr lang="en-US"/>
              <a:t> </a:t>
            </a:r>
            <a:r>
              <a:rPr lang="en-US" err="1"/>
              <a:t>Lapangan</a:t>
            </a:r>
          </a:p>
        </p:txBody>
      </p:sp>
      <p:sp>
        <p:nvSpPr>
          <p:cNvPr id="1048586" name="Google Shape;164;p25"/>
          <p:cNvSpPr txBox="1">
            <a:spLocks noGrp="1"/>
          </p:cNvSpPr>
          <p:nvPr>
            <p:ph type="subTitle" idx="1"/>
          </p:nvPr>
        </p:nvSpPr>
        <p:spPr>
          <a:xfrm>
            <a:off x="729627" y="3172900"/>
            <a:ext cx="7688100" cy="541200"/>
          </a:xfrm>
          <a:prstGeom prst="rect"/>
        </p:spPr>
        <p:txBody>
          <a:bodyPr anchor="t" anchorCtr="0" bIns="91425" lIns="91425" rIns="91425" spcFirstLastPara="1" tIns="91425" wrap="square">
            <a:normAutofit/>
          </a:bodyPr>
          <a:p>
            <a:pPr algn="l" indent="0" lvl="0" marL="0" rtl="0">
              <a:spcBef>
                <a:spcPts val="0"/>
              </a:spcBef>
              <a:spcAft>
                <a:spcPts val="0"/>
              </a:spcAft>
              <a:buNone/>
            </a:pPr>
            <a:r>
              <a:rPr lang="en-US">
                <a:latin typeface="Raleway" panose="020B0604020202020204" pitchFamily="2" charset="0"/>
              </a:rPr>
              <a:t>Muhammad Raihan Firdaus</a:t>
            </a:r>
            <a:endParaRPr>
              <a:latin typeface="Raleway" panose="020B0604020202020204" pitchFamily="2" charset="0"/>
            </a:endParaRPr>
          </a:p>
        </p:txBody>
      </p:sp>
      <p:sp>
        <p:nvSpPr>
          <p:cNvPr id="1048587" name="Google Shape;164;p25"/>
          <p:cNvSpPr txBox="1"/>
          <p:nvPr/>
        </p:nvSpPr>
        <p:spPr>
          <a:xfrm>
            <a:off x="727950" y="2154800"/>
            <a:ext cx="7688100" cy="541200"/>
          </a:xfrm>
          <a:prstGeom prst="rect"/>
          <a:noFill/>
          <a:ln>
            <a:noFill/>
          </a:ln>
        </p:spPr>
        <p:txBody>
          <a:bodyPr anchor="t" anchorCtr="0" bIns="91425" lIns="91425" rIns="91425" spcFirstLastPara="1" tIns="91425" wrap="square">
            <a:normAutofit/>
          </a:bodyPr>
          <a:lstStyle>
            <a:defPPr algn="l" lvl="0" marR="0" rtl="0">
              <a:lnSpc>
                <a:spcPct val="100000"/>
              </a:lnSpc>
              <a:spcBef>
                <a:spcPts val="0"/>
              </a:spcBef>
              <a:spcAft>
                <a:spcPts val="0"/>
              </a:spcAft>
            </a:defPPr>
            <a:lvl1pPr algn="l" indent="-311150" lvl="0" marL="4572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1pPr>
            <a:lvl2pPr algn="l" indent="-298450" lvl="1" marL="9144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2pPr>
            <a:lvl3pPr algn="l" indent="-298450" lvl="2" marL="13716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3pPr>
            <a:lvl4pPr algn="l" indent="-298450" lvl="3" marL="18288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4pPr>
            <a:lvl5pPr algn="l" indent="-298450" lvl="4" marL="22860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5pPr>
            <a:lvl6pPr algn="l" indent="-298450" lvl="5" marL="27432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6pPr>
            <a:lvl7pPr algn="l" indent="-298450" lvl="6" marL="32004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7pPr>
            <a:lvl8pPr algn="l" indent="-298450" lvl="7" marL="36576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8pPr>
            <a:lvl9pPr algn="l" indent="-298450" lvl="8" marL="4114800" marR="0" rtl="0">
              <a:lnSpc>
                <a:spcPct val="100000"/>
              </a:lnSpc>
              <a:spcBef>
                <a:spcPts val="0"/>
              </a:spcBef>
              <a:spcAft>
                <a:spcPts val="0"/>
              </a:spcAft>
              <a:buClr>
                <a:schemeClr val="accent1"/>
              </a:buClr>
              <a:buSzPts val="1600"/>
              <a:buFont typeface="Lato"/>
              <a:buNone/>
              <a:defRPr b="0" cap="none" sz="1600" i="0" strike="noStrike" u="none">
                <a:solidFill>
                  <a:schemeClr val="accent1"/>
                </a:solidFill>
                <a:latin typeface="Lato"/>
                <a:ea typeface="Lato"/>
                <a:cs typeface="Lato"/>
                <a:sym typeface="Lato"/>
              </a:defRPr>
            </a:lvl9pPr>
          </a:lstStyle>
          <a:p>
            <a:pPr indent="0" marL="0"/>
            <a:r>
              <a:rPr sz="2000" lang="en-US">
                <a:solidFill>
                  <a:srgbClr val="000000"/>
                </a:solidFill>
                <a:latin typeface="Raleway" panose="020B0604020202020204" pitchFamily="2" charset="0"/>
                <a:ea typeface="Lato" panose="020F0502020204030203" pitchFamily="34" charset="0"/>
                <a:cs typeface="Lato" panose="020F0502020204030203" pitchFamily="34" charset="0"/>
              </a:rPr>
              <a:t>Di Media </a:t>
            </a:r>
            <a:r>
              <a:rPr sz="2000" lang="en-US" err="1">
                <a:solidFill>
                  <a:srgbClr val="000000"/>
                </a:solidFill>
                <a:latin typeface="Raleway" panose="020B0604020202020204" pitchFamily="2" charset="0"/>
                <a:ea typeface="Lato" panose="020F0502020204030203" pitchFamily="34" charset="0"/>
                <a:cs typeface="Lato" panose="020F0502020204030203" pitchFamily="34" charset="0"/>
              </a:rPr>
              <a:t>Informatika</a:t>
            </a:r>
            <a:r>
              <a:rPr sz="2000" lang="en-US">
                <a:solidFill>
                  <a:srgbClr val="000000"/>
                </a:solidFill>
                <a:latin typeface="Raleway" panose="020B0604020202020204" pitchFamily="2" charset="0"/>
                <a:ea typeface="Lato" panose="020F0502020204030203" pitchFamily="34" charset="0"/>
                <a:cs typeface="Lato" panose="020F0502020204030203" pitchFamily="34" charset="0"/>
              </a:rPr>
              <a:t> </a:t>
            </a:r>
            <a:r>
              <a:rPr sz="2000" i="1" lang="en-US">
                <a:solidFill>
                  <a:srgbClr val="000000"/>
                </a:solidFill>
                <a:latin typeface="Raleway" panose="020B0604020202020204" pitchFamily="2" charset="0"/>
                <a:ea typeface="Lato" panose="020F0502020204030203" pitchFamily="34" charset="0"/>
                <a:cs typeface="Lato" panose="020F0502020204030203" pitchFamily="34" charset="0"/>
              </a:rPr>
              <a:t>Computer</a:t>
            </a:r>
            <a:r>
              <a:rPr sz="2000" lang="en-US">
                <a:solidFill>
                  <a:srgbClr val="000000"/>
                </a:solidFill>
                <a:latin typeface="Raleway" panose="020B0604020202020204" pitchFamily="2" charset="0"/>
                <a:ea typeface="Lato" panose="020F0502020204030203" pitchFamily="34" charset="0"/>
                <a:cs typeface="Lato" panose="020F0502020204030203" pitchFamily="34" charset="0"/>
              </a:rPr>
              <a:t> ( MICOMP )</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Shape 168"/>
        <p:cNvGrpSpPr/>
        <p:nvPr/>
      </p:nvGrpSpPr>
      <p:grpSpPr>
        <a:xfrm>
          <a:off x="0" y="0"/>
          <a:ext cx="0" cy="0"/>
          <a:chOff x="0" y="0"/>
          <a:chExt cx="0" cy="0"/>
        </a:xfrm>
      </p:grpSpPr>
      <p:sp>
        <p:nvSpPr>
          <p:cNvPr id="1048599" name="Google Shape;170;p26"/>
          <p:cNvSpPr txBox="1">
            <a:spLocks noGrp="1"/>
          </p:cNvSpPr>
          <p:nvPr>
            <p:ph type="title"/>
          </p:nvPr>
        </p:nvSpPr>
        <p:spPr>
          <a:xfrm>
            <a:off x="729450" y="1318650"/>
            <a:ext cx="7688700" cy="535200"/>
          </a:xfrm>
          <a:prstGeom prst="rect"/>
        </p:spPr>
        <p:txBody>
          <a:bodyPr anchor="t" anchorCtr="0" bIns="91425" lIns="91425" rIns="91425" spcFirstLastPara="1" tIns="91425" wrap="square">
            <a:noAutofit/>
          </a:bodyPr>
          <a:p>
            <a:pPr algn="l" indent="0" lvl="0" marL="0" rtl="0">
              <a:spcBef>
                <a:spcPts val="0"/>
              </a:spcBef>
              <a:spcAft>
                <a:spcPts val="0"/>
              </a:spcAft>
              <a:buNone/>
            </a:pPr>
            <a:r>
              <a:rPr lang="en-US">
                <a:solidFill>
                  <a:srgbClr val="000000"/>
                </a:solidFill>
              </a:rPr>
              <a:t>Muhammad Raihan Firdaus</a:t>
            </a:r>
            <a:endParaRPr>
              <a:solidFill>
                <a:srgbClr val="000000"/>
              </a:solidFill>
            </a:endParaRPr>
          </a:p>
        </p:txBody>
      </p:sp>
      <p:sp>
        <p:nvSpPr>
          <p:cNvPr id="1048600" name="Google Shape;171;p26"/>
          <p:cNvSpPr txBox="1">
            <a:spLocks noGrp="1"/>
          </p:cNvSpPr>
          <p:nvPr>
            <p:ph type="body" idx="1"/>
          </p:nvPr>
        </p:nvSpPr>
        <p:spPr>
          <a:xfrm>
            <a:off x="729450" y="2078875"/>
            <a:ext cx="4561968" cy="2261100"/>
          </a:xfrm>
          <a:prstGeom prst="rect"/>
        </p:spPr>
        <p:txBody>
          <a:bodyPr anchor="t" anchorCtr="0" bIns="91425" lIns="91425" rIns="91425" spcFirstLastPara="1" tIns="91425" wrap="square">
            <a:noAutofit/>
          </a:bodyPr>
          <a:p>
            <a:pPr algn="l" indent="0" lvl="0" marL="114300" rtl="0">
              <a:spcBef>
                <a:spcPts val="0"/>
              </a:spcBef>
              <a:spcAft>
                <a:spcPts val="0"/>
              </a:spcAft>
              <a:buClr>
                <a:srgbClr val="FFFFFF"/>
              </a:buClr>
              <a:buSzPts val="1800"/>
              <a:buNone/>
            </a:pPr>
            <a:r>
              <a:rPr sz="1600" lang="en-US">
                <a:solidFill>
                  <a:srgbClr val="000000"/>
                </a:solidFill>
              </a:rPr>
              <a:t>NISN	: </a:t>
            </a:r>
            <a:r>
              <a:rPr sz="1600" lang="en-ID">
                <a:solidFill>
                  <a:srgbClr val="000000"/>
                </a:solidFill>
                <a:effectLst/>
                <a:latin typeface="Lato" panose="020F0502020204030203" pitchFamily="34" charset="0"/>
                <a:ea typeface="Lato" panose="020F0502020204030203" pitchFamily="34" charset="0"/>
                <a:cs typeface="Lato" panose="020F0502020204030203" pitchFamily="34" charset="0"/>
              </a:rPr>
              <a:t>0066650074</a:t>
            </a:r>
            <a:endParaRPr sz="1600" lang="en-ID">
              <a:solidFill>
                <a:srgbClr val="000000"/>
              </a:solidFill>
              <a:effectLst/>
              <a:latin typeface="Lato" panose="020F0502020204030203" pitchFamily="34" charset="0"/>
              <a:ea typeface="Lato" panose="020F0502020204030203" pitchFamily="34" charset="0"/>
              <a:cs typeface="Lato" panose="020F0502020204030203" pitchFamily="34" charset="0"/>
            </a:endParaRPr>
          </a:p>
          <a:p>
            <a:pPr algn="l" indent="0" lvl="0" marL="114300" rtl="0">
              <a:spcBef>
                <a:spcPts val="0"/>
              </a:spcBef>
              <a:spcAft>
                <a:spcPts val="0"/>
              </a:spcAft>
              <a:buClr>
                <a:srgbClr val="FFFFFF"/>
              </a:buClr>
              <a:buSzPts val="1800"/>
              <a:buNone/>
            </a:pPr>
            <a:r>
              <a:rPr sz="1600" lang="en-ID">
                <a:solidFill>
                  <a:srgbClr val="000000"/>
                </a:solidFill>
                <a:latin typeface="Lato" panose="020F0502020204030203" pitchFamily="34" charset="0"/>
                <a:ea typeface="Lato" panose="020F0502020204030203" pitchFamily="34" charset="0"/>
                <a:cs typeface="Lato" panose="020F0502020204030203" pitchFamily="34" charset="0"/>
              </a:rPr>
              <a:t>TTL	: </a:t>
            </a: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Ciamis</a:t>
            </a:r>
            <a:r>
              <a:rPr sz="1600" lang="en-ID">
                <a:solidFill>
                  <a:srgbClr val="000000"/>
                </a:solidFill>
                <a:latin typeface="Lato" panose="020F0502020204030203" pitchFamily="34" charset="0"/>
                <a:ea typeface="Lato" panose="020F0502020204030203" pitchFamily="34" charset="0"/>
                <a:cs typeface="Lato" panose="020F0502020204030203" pitchFamily="34" charset="0"/>
              </a:rPr>
              <a:t>, 21 </a:t>
            </a: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Juli</a:t>
            </a:r>
            <a:r>
              <a:rPr sz="1600" lang="en-ID">
                <a:solidFill>
                  <a:srgbClr val="000000"/>
                </a:solidFill>
                <a:latin typeface="Lato" panose="020F0502020204030203" pitchFamily="34" charset="0"/>
                <a:ea typeface="Lato" panose="020F0502020204030203" pitchFamily="34" charset="0"/>
                <a:cs typeface="Lato" panose="020F0502020204030203" pitchFamily="34" charset="0"/>
              </a:rPr>
              <a:t> 2006</a:t>
            </a:r>
            <a:endParaRPr sz="1600" lang="en-ID">
              <a:solidFill>
                <a:srgbClr val="000000"/>
              </a:solidFill>
              <a:latin typeface="Lato" panose="020F0502020204030203" pitchFamily="34" charset="0"/>
              <a:ea typeface="Lato" panose="020F0502020204030203" pitchFamily="34" charset="0"/>
              <a:cs typeface="Lato" panose="020F0502020204030203" pitchFamily="34" charset="0"/>
            </a:endParaRPr>
          </a:p>
          <a:p>
            <a:pPr algn="l" indent="0" lvl="0" marL="114300" rtl="0">
              <a:spcBef>
                <a:spcPts val="0"/>
              </a:spcBef>
              <a:spcAft>
                <a:spcPts val="0"/>
              </a:spcAft>
              <a:buClr>
                <a:srgbClr val="FFFFFF"/>
              </a:buClr>
              <a:buSzPts val="1800"/>
              <a:buNone/>
            </a:pP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Kelas</a:t>
            </a:r>
            <a:r>
              <a:rPr sz="1600" lang="en-ID">
                <a:solidFill>
                  <a:srgbClr val="000000"/>
                </a:solidFill>
                <a:latin typeface="Lato" panose="020F0502020204030203" pitchFamily="34" charset="0"/>
                <a:ea typeface="Lato" panose="020F0502020204030203" pitchFamily="34" charset="0"/>
                <a:cs typeface="Lato" panose="020F0502020204030203" pitchFamily="34" charset="0"/>
              </a:rPr>
              <a:t>	: XI TKJ 2</a:t>
            </a:r>
            <a:endParaRPr sz="1600" lang="en-ID">
              <a:solidFill>
                <a:srgbClr val="000000"/>
              </a:solidFill>
              <a:latin typeface="Lato" panose="020F0502020204030203" pitchFamily="34" charset="0"/>
              <a:ea typeface="Lato" panose="020F0502020204030203" pitchFamily="34" charset="0"/>
              <a:cs typeface="Lato" panose="020F0502020204030203" pitchFamily="34" charset="0"/>
            </a:endParaRPr>
          </a:p>
          <a:p>
            <a:pPr algn="l" indent="0" lvl="0" marL="114300" rtl="0">
              <a:spcBef>
                <a:spcPts val="0"/>
              </a:spcBef>
              <a:spcAft>
                <a:spcPts val="0"/>
              </a:spcAft>
              <a:buClr>
                <a:srgbClr val="FFFFFF"/>
              </a:buClr>
              <a:buSzPts val="1800"/>
              <a:buNone/>
            </a:pPr>
            <a:r>
              <a:rPr sz="1600" lang="en-ID">
                <a:solidFill>
                  <a:srgbClr val="000000"/>
                </a:solidFill>
                <a:latin typeface="Lato" panose="020F0502020204030203" pitchFamily="34" charset="0"/>
                <a:ea typeface="Lato" panose="020F0502020204030203" pitchFamily="34" charset="0"/>
                <a:cs typeface="Lato" panose="020F0502020204030203" pitchFamily="34" charset="0"/>
              </a:rPr>
              <a:t>Alamat	: </a:t>
            </a: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Jln</a:t>
            </a:r>
            <a:r>
              <a:rPr sz="1600" lang="en-ID">
                <a:solidFill>
                  <a:srgbClr val="000000"/>
                </a:solidFill>
                <a:latin typeface="Lato" panose="020F0502020204030203" pitchFamily="34" charset="0"/>
                <a:ea typeface="Lato" panose="020F0502020204030203" pitchFamily="34" charset="0"/>
                <a:cs typeface="Lato" panose="020F0502020204030203" pitchFamily="34" charset="0"/>
              </a:rPr>
              <a:t>. </a:t>
            </a: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Citapen</a:t>
            </a:r>
            <a:r>
              <a:rPr sz="1600" lang="en-ID">
                <a:solidFill>
                  <a:srgbClr val="000000"/>
                </a:solidFill>
                <a:latin typeface="Lato" panose="020F0502020204030203" pitchFamily="34" charset="0"/>
                <a:ea typeface="Lato" panose="020F0502020204030203" pitchFamily="34" charset="0"/>
                <a:cs typeface="Lato" panose="020F0502020204030203" pitchFamily="34" charset="0"/>
              </a:rPr>
              <a:t> no 30, RT01/ RW01 	  Kertasari, </a:t>
            </a: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Ciamis</a:t>
            </a:r>
            <a:endParaRPr sz="1600" lang="en-ID">
              <a:solidFill>
                <a:srgbClr val="000000"/>
              </a:solidFill>
              <a:latin typeface="Lato" panose="020F0502020204030203" pitchFamily="34" charset="0"/>
              <a:ea typeface="Lato" panose="020F0502020204030203" pitchFamily="34" charset="0"/>
              <a:cs typeface="Lato" panose="020F0502020204030203" pitchFamily="34" charset="0"/>
            </a:endParaRPr>
          </a:p>
          <a:p>
            <a:pPr algn="l" indent="0" lvl="0" marL="114300" rtl="0">
              <a:spcBef>
                <a:spcPts val="0"/>
              </a:spcBef>
              <a:spcAft>
                <a:spcPts val="0"/>
              </a:spcAft>
              <a:buClr>
                <a:srgbClr val="FFFFFF"/>
              </a:buClr>
              <a:buSzPts val="1800"/>
              <a:buNone/>
            </a:pP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Jurusan</a:t>
            </a:r>
            <a:r>
              <a:rPr sz="1600" lang="en-ID">
                <a:solidFill>
                  <a:srgbClr val="000000"/>
                </a:solidFill>
                <a:latin typeface="Lato" panose="020F0502020204030203" pitchFamily="34" charset="0"/>
                <a:ea typeface="Lato" panose="020F0502020204030203" pitchFamily="34" charset="0"/>
                <a:cs typeface="Lato" panose="020F0502020204030203" pitchFamily="34" charset="0"/>
              </a:rPr>
              <a:t>	: Teknik </a:t>
            </a: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Komputer</a:t>
            </a:r>
            <a:r>
              <a:rPr sz="1600" lang="en-ID">
                <a:solidFill>
                  <a:srgbClr val="000000"/>
                </a:solidFill>
                <a:latin typeface="Lato" panose="020F0502020204030203" pitchFamily="34" charset="0"/>
                <a:ea typeface="Lato" panose="020F0502020204030203" pitchFamily="34" charset="0"/>
                <a:cs typeface="Lato" panose="020F0502020204030203" pitchFamily="34" charset="0"/>
              </a:rPr>
              <a:t> dan </a:t>
            </a:r>
            <a:r>
              <a:rPr sz="1600" lang="en-ID" err="1">
                <a:solidFill>
                  <a:srgbClr val="000000"/>
                </a:solidFill>
                <a:latin typeface="Lato" panose="020F0502020204030203" pitchFamily="34" charset="0"/>
                <a:ea typeface="Lato" panose="020F0502020204030203" pitchFamily="34" charset="0"/>
                <a:cs typeface="Lato" panose="020F0502020204030203" pitchFamily="34" charset="0"/>
              </a:rPr>
              <a:t>Jaringan</a:t>
            </a:r>
            <a:endParaRPr sz="1600" lang="en-ID">
              <a:solidFill>
                <a:srgbClr val="000000"/>
              </a:solidFill>
              <a:latin typeface="Lato" panose="020F0502020204030203" pitchFamily="34" charset="0"/>
              <a:ea typeface="Lato" panose="020F0502020204030203" pitchFamily="34" charset="0"/>
              <a:cs typeface="Lato" panose="020F0502020204030203" pitchFamily="34" charset="0"/>
            </a:endParaRPr>
          </a:p>
          <a:p>
            <a:pPr algn="l" indent="0" lvl="0" marL="114300" rtl="0">
              <a:spcBef>
                <a:spcPts val="0"/>
              </a:spcBef>
              <a:spcAft>
                <a:spcPts val="0"/>
              </a:spcAft>
              <a:buClr>
                <a:srgbClr val="FFFFFF"/>
              </a:buClr>
              <a:buSzPts val="1800"/>
              <a:buNone/>
            </a:pPr>
            <a:endParaRPr sz="1600">
              <a:solidFill>
                <a:srgbClr val="000000"/>
              </a:solidFill>
              <a:latin typeface="Lato" panose="020F0502020204030203" pitchFamily="34" charset="0"/>
              <a:ea typeface="Lato" panose="020F0502020204030203" pitchFamily="34" charset="0"/>
              <a:cs typeface="Lato" panose="020F0502020204030203" pitchFamily="34" charset="0"/>
            </a:endParaRPr>
          </a:p>
        </p:txBody>
      </p:sp>
      <p:pic>
        <p:nvPicPr>
          <p:cNvPr id="2097152" name="Picture 2"/>
          <p:cNvPicPr>
            <a:picLocks noChangeAspect="1"/>
          </p:cNvPicPr>
          <p:nvPr/>
        </p:nvPicPr>
        <p:blipFill rotWithShape="1">
          <a:blip xmlns:r="http://schemas.openxmlformats.org/officeDocument/2006/relationships" r:embed="rId1"/>
          <a:srcRect t="20915" r="6519" b="14379"/>
          <a:stretch>
            <a:fillRect/>
          </a:stretch>
        </p:blipFill>
        <p:spPr>
          <a:xfrm>
            <a:off x="6136675" y="1596335"/>
            <a:ext cx="1572201" cy="236590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9" name="Shape 215"/>
        <p:cNvGrpSpPr/>
        <p:nvPr/>
      </p:nvGrpSpPr>
      <p:grpSpPr>
        <a:xfrm>
          <a:off x="0" y="0"/>
          <a:ext cx="0" cy="0"/>
          <a:chOff x="0" y="0"/>
          <a:chExt cx="0" cy="0"/>
        </a:xfrm>
      </p:grpSpPr>
      <p:sp>
        <p:nvSpPr>
          <p:cNvPr id="1048607" name="Google Shape;216;p34"/>
          <p:cNvSpPr txBox="1">
            <a:spLocks noGrp="1"/>
          </p:cNvSpPr>
          <p:nvPr>
            <p:ph type="title"/>
          </p:nvPr>
        </p:nvSpPr>
        <p:spPr>
          <a:xfrm>
            <a:off x="729450" y="1322450"/>
            <a:ext cx="7688400" cy="1518600"/>
          </a:xfrm>
          <a:prstGeom prst="rect"/>
        </p:spPr>
        <p:txBody>
          <a:bodyPr anchor="t" anchorCtr="0" bIns="91425" lIns="91425" rIns="91425" spcFirstLastPara="1" tIns="91425" wrap="square">
            <a:noAutofit/>
          </a:bodyPr>
          <a:p>
            <a:pPr algn="l" indent="0" lvl="0" marL="0" rtl="0">
              <a:spcBef>
                <a:spcPts val="0"/>
              </a:spcBef>
              <a:spcAft>
                <a:spcPts val="0"/>
              </a:spcAft>
              <a:buNone/>
            </a:pPr>
            <a:r>
              <a:rPr lang="en-US">
                <a:solidFill>
                  <a:srgbClr val="FFFFFF"/>
                </a:solidFill>
              </a:rPr>
              <a:t>Latar Belakang</a:t>
            </a:r>
            <a:endParaRPr lang="en-US">
              <a:solidFill>
                <a:srgbClr val="FFFFFF"/>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2" name="Shape 220"/>
        <p:cNvGrpSpPr/>
        <p:nvPr/>
      </p:nvGrpSpPr>
      <p:grpSpPr>
        <a:xfrm>
          <a:off x="0" y="0"/>
          <a:ext cx="0" cy="0"/>
          <a:chOff x="0" y="0"/>
          <a:chExt cx="0" cy="0"/>
        </a:xfrm>
      </p:grpSpPr>
      <p:sp>
        <p:nvSpPr>
          <p:cNvPr id="1048610" name="Google Shape;221;p35"/>
          <p:cNvSpPr txBox="1">
            <a:spLocks noGrp="1"/>
          </p:cNvSpPr>
          <p:nvPr>
            <p:ph type="title"/>
          </p:nvPr>
        </p:nvSpPr>
        <p:spPr>
          <a:xfrm>
            <a:off x="729450" y="1318650"/>
            <a:ext cx="7688700" cy="535200"/>
          </a:xfrm>
          <a:prstGeom prst="rect"/>
        </p:spPr>
        <p:txBody>
          <a:bodyPr anchor="t" anchorCtr="0" bIns="91425" lIns="91425" rIns="91425" spcFirstLastPara="1" tIns="91425" wrap="square">
            <a:noAutofit/>
          </a:bodyPr>
          <a:p>
            <a:pPr algn="l" indent="0" lvl="0" marL="0" rtl="0">
              <a:spcBef>
                <a:spcPts val="0"/>
              </a:spcBef>
              <a:spcAft>
                <a:spcPts val="0"/>
              </a:spcAft>
              <a:buNone/>
            </a:pPr>
            <a:r>
              <a:rPr lang="en-US"/>
              <a:t>Latar Belakang</a:t>
            </a:r>
          </a:p>
        </p:txBody>
      </p:sp>
      <p:sp>
        <p:nvSpPr>
          <p:cNvPr id="1048611" name="Google Shape;222;p35"/>
          <p:cNvSpPr txBox="1">
            <a:spLocks noGrp="1"/>
          </p:cNvSpPr>
          <p:nvPr>
            <p:ph type="body" idx="1"/>
          </p:nvPr>
        </p:nvSpPr>
        <p:spPr>
          <a:xfrm>
            <a:off x="521020" y="1789764"/>
            <a:ext cx="7970797" cy="2983942"/>
          </a:xfrm>
          <a:prstGeom prst="rect"/>
        </p:spPr>
        <p:txBody>
          <a:bodyPr anchor="t" anchorCtr="0" bIns="91425" lIns="91425" rIns="91425" spcFirstLastPara="1" tIns="91425" wrap="square">
            <a:noAutofit/>
          </a:bodyPr>
          <a:p>
            <a:pPr algn="just" indent="0" marL="146050">
              <a:lnSpc>
                <a:spcPct val="150000"/>
              </a:lnSpc>
              <a:buNone/>
            </a:pPr>
            <a:r>
              <a:rPr sz="1400" lang="en-ID">
                <a:solidFill>
                  <a:schemeClr val="bg2">
                    <a:lumMod val="75000"/>
                    <a:lumOff val="25000"/>
                  </a:schemeClr>
                </a:solidFill>
                <a:effectLst/>
                <a:latin typeface="Lato" panose="020F0502020204030203" pitchFamily="34" charset="0"/>
                <a:ea typeface="Lato" panose="020F0502020204030203" pitchFamily="34" charset="0"/>
                <a:cs typeface="Lato" panose="020F0502020204030203" pitchFamily="34" charset="0"/>
              </a:rPr>
              <a:t>	PKL adalah kegiatan pembelajaran yang dilakukan di DUDI atau instansi untuk penerapan, pemantapan, dan peningkatan kompetensi. Pelaksanaan PKL melibatkan praktisi ahli yang berpengalaman untuk memperkuat pembelajaran dengan cara pembimbingan peserta didik saat praktik kerja lapangan. Penyelenggaraan PKL merupakan bagian dari pelaksanaan pembelajaran pada Sekolah Menengah Kejuruan yang bertujuan untuk memperkuat penguasaan kompetensi teknis sesuai dengan Kompetensi Keahliannya juga dimaksudkan untuk memberikan kesempatan kepada peserta didik menghayati dan mengamalkan untuk menginternalisasi nilai-nilai positif “keduanikerjaan”, dalam rangka membangun pribadi peserta didik yang berkarakter.</a:t>
            </a:r>
          </a:p>
          <a:p>
            <a:pPr algn="just" indent="0" marL="146050">
              <a:buNone/>
            </a:pPr>
            <a:endParaRPr sz="1400" lang="en-ID">
              <a:solidFill>
                <a:schemeClr val="bg2">
                  <a:lumMod val="75000"/>
                  <a:lumOff val="25000"/>
                </a:schemeClr>
              </a:solidFill>
              <a:effectLst/>
              <a:latin typeface="Lato" panose="020F0502020204030203" pitchFamily="34" charset="0"/>
              <a:ea typeface="Lato" panose="020F0502020204030203" pitchFamily="34" charset="0"/>
              <a:cs typeface="Lato" panose="020F0502020204030203" pitchFamily="34" charset="0"/>
            </a:endParaRPr>
          </a:p>
          <a:p>
            <a:pPr algn="just" indent="0" lvl="0" marL="146050" rtl="0">
              <a:spcBef>
                <a:spcPts val="0"/>
              </a:spcBef>
              <a:spcAft>
                <a:spcPts val="0"/>
              </a:spcAft>
              <a:buSzPts val="1300"/>
              <a:buNone/>
            </a:pPr>
            <a:endParaRPr sz="1400">
              <a:solidFill>
                <a:schemeClr val="bg2">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5" name="Shape 193"/>
        <p:cNvGrpSpPr/>
        <p:nvPr/>
      </p:nvGrpSpPr>
      <p:grpSpPr>
        <a:xfrm>
          <a:off x="0" y="0"/>
          <a:ext cx="0" cy="0"/>
          <a:chOff x="0" y="0"/>
          <a:chExt cx="0" cy="0"/>
        </a:xfrm>
      </p:grpSpPr>
      <p:sp>
        <p:nvSpPr>
          <p:cNvPr id="1048614" name="Google Shape;194;p30"/>
          <p:cNvSpPr txBox="1">
            <a:spLocks noGrp="1"/>
          </p:cNvSpPr>
          <p:nvPr>
            <p:ph type="title"/>
          </p:nvPr>
        </p:nvSpPr>
        <p:spPr>
          <a:xfrm>
            <a:off x="729450" y="1322450"/>
            <a:ext cx="7688400" cy="1518600"/>
          </a:xfrm>
          <a:prstGeom prst="rect"/>
        </p:spPr>
        <p:txBody>
          <a:bodyPr anchor="t" anchorCtr="0" bIns="91425" lIns="91425" rIns="91425" spcFirstLastPara="1" tIns="91425" wrap="square">
            <a:noAutofit/>
          </a:bodyPr>
          <a:p>
            <a:pPr algn="l" indent="0" lvl="0" marL="0" rtl="0">
              <a:spcBef>
                <a:spcPts val="0"/>
              </a:spcBef>
              <a:spcAft>
                <a:spcPts val="0"/>
              </a:spcAft>
              <a:buNone/>
            </a:pPr>
            <a:r>
              <a:rPr lang="en-US">
                <a:solidFill>
                  <a:srgbClr val="FFFFFF"/>
                </a:solidFill>
              </a:rPr>
              <a:t>Sejarah Berdirinya MICOMP</a:t>
            </a:r>
            <a:endParaRPr lang="en-US">
              <a:solidFill>
                <a:srgbClr val="FFFFFF"/>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8" name="Shape 198"/>
        <p:cNvGrpSpPr/>
        <p:nvPr/>
      </p:nvGrpSpPr>
      <p:grpSpPr>
        <a:xfrm>
          <a:off x="0" y="0"/>
          <a:ext cx="0" cy="0"/>
          <a:chOff x="0" y="0"/>
          <a:chExt cx="0" cy="0"/>
        </a:xfrm>
      </p:grpSpPr>
      <p:sp>
        <p:nvSpPr>
          <p:cNvPr id="1048617" name="Google Shape;199;p31"/>
          <p:cNvSpPr txBox="1">
            <a:spLocks noGrp="1"/>
          </p:cNvSpPr>
          <p:nvPr>
            <p:ph type="title"/>
          </p:nvPr>
        </p:nvSpPr>
        <p:spPr>
          <a:xfrm>
            <a:off x="729450" y="1318650"/>
            <a:ext cx="7688700" cy="535200"/>
          </a:xfrm>
          <a:prstGeom prst="rect"/>
        </p:spPr>
        <p:txBody>
          <a:bodyPr anchor="t" anchorCtr="0" bIns="91425" lIns="91425" rIns="91425" spcFirstLastPara="1" tIns="91425" wrap="square">
            <a:noAutofit/>
          </a:bodyPr>
          <a:p>
            <a:pPr algn="l" indent="0" lvl="0" marL="0" rtl="0">
              <a:spcBef>
                <a:spcPts val="0"/>
              </a:spcBef>
              <a:spcAft>
                <a:spcPts val="0"/>
              </a:spcAft>
              <a:buNone/>
            </a:pPr>
            <a:r>
              <a:rPr lang="en-US"/>
              <a:t>Sejarah Berdirinya MICOMP</a:t>
            </a:r>
          </a:p>
        </p:txBody>
      </p:sp>
      <p:sp>
        <p:nvSpPr>
          <p:cNvPr id="1048618" name="Google Shape;200;p31"/>
          <p:cNvSpPr txBox="1">
            <a:spLocks noGrp="1"/>
          </p:cNvSpPr>
          <p:nvPr>
            <p:ph type="body" idx="1"/>
          </p:nvPr>
        </p:nvSpPr>
        <p:spPr>
          <a:xfrm>
            <a:off x="319606" y="1902759"/>
            <a:ext cx="8098544" cy="2941216"/>
          </a:xfrm>
          <a:prstGeom prst="rect"/>
        </p:spPr>
        <p:txBody>
          <a:bodyPr anchor="t" anchorCtr="0" bIns="91425" lIns="91425" rIns="91425" spcFirstLastPara="1" tIns="91425" wrap="square">
            <a:noAutofit/>
          </a:bodyPr>
          <a:p>
            <a:pPr algn="just" indent="0" marL="450215">
              <a:lnSpc>
                <a:spcPct val="150000"/>
              </a:lnSpc>
              <a:spcAft>
                <a:spcPts val="800"/>
              </a:spcAft>
              <a:buNone/>
            </a:pPr>
            <a:r>
              <a:rPr sz="1200" lang="en-US">
                <a:latin typeface="Lato" panose="020F0502020204030203" pitchFamily="34" charset="0"/>
                <a:ea typeface="Lato" panose="020F0502020204030203" pitchFamily="34" charset="0"/>
                <a:cs typeface="Lato" panose="020F0502020204030203" pitchFamily="34" charset="0"/>
              </a:rPr>
              <a:t>	</a:t>
            </a:r>
            <a:r>
              <a:rPr sz="1400" lang="en-US">
                <a:effectLst/>
                <a:latin typeface="Lato" panose="020F0502020204030203" pitchFamily="34" charset="0"/>
                <a:ea typeface="Lato" panose="020F0502020204030203" pitchFamily="34" charset="0"/>
                <a:cs typeface="Lato" panose="020F0502020204030203" pitchFamily="34" charset="0"/>
              </a:rPr>
              <a:t>Toko</a:t>
            </a:r>
            <a:r>
              <a:rPr sz="1400" lang="id-ID">
                <a:effectLst/>
                <a:latin typeface="Lato" panose="020F0502020204030203" pitchFamily="34" charset="0"/>
                <a:ea typeface="Lato" panose="020F0502020204030203" pitchFamily="34" charset="0"/>
                <a:cs typeface="Lato" panose="020F0502020204030203" pitchFamily="34" charset="0"/>
              </a:rPr>
              <a:t> MICOMP terbentuk pada tahun 1995, melayani service komputer dari rumah ke rumah, </a:t>
            </a:r>
            <a:r>
              <a:rPr sz="1400" lang="en-US">
                <a:effectLst/>
                <a:latin typeface="Lato" panose="020F0502020204030203" pitchFamily="34" charset="0"/>
                <a:ea typeface="Lato" panose="020F0502020204030203" pitchFamily="34" charset="0"/>
                <a:cs typeface="Lato" panose="020F0502020204030203" pitchFamily="34" charset="0"/>
              </a:rPr>
              <a:t>lalu </a:t>
            </a:r>
            <a:r>
              <a:rPr sz="1400" lang="id-ID">
                <a:effectLst/>
                <a:latin typeface="Lato" panose="020F0502020204030203" pitchFamily="34" charset="0"/>
                <a:ea typeface="Lato" panose="020F0502020204030203" pitchFamily="34" charset="0"/>
                <a:cs typeface="Lato" panose="020F0502020204030203" pitchFamily="34" charset="0"/>
              </a:rPr>
              <a:t>para pendiri mencoba membuka </a:t>
            </a:r>
            <a:r>
              <a:rPr sz="1400" lang="en-US">
                <a:effectLst/>
                <a:latin typeface="Lato" panose="020F0502020204030203" pitchFamily="34" charset="0"/>
                <a:ea typeface="Lato" panose="020F0502020204030203" pitchFamily="34" charset="0"/>
                <a:cs typeface="Lato" panose="020F0502020204030203" pitchFamily="34" charset="0"/>
              </a:rPr>
              <a:t>k</a:t>
            </a:r>
            <a:r>
              <a:rPr sz="1400" lang="id-ID">
                <a:effectLst/>
                <a:latin typeface="Lato" panose="020F0502020204030203" pitchFamily="34" charset="0"/>
                <a:ea typeface="Lato" panose="020F0502020204030203" pitchFamily="34" charset="0"/>
                <a:cs typeface="Lato" panose="020F0502020204030203" pitchFamily="34" charset="0"/>
              </a:rPr>
              <a:t>antor </a:t>
            </a:r>
            <a:r>
              <a:rPr sz="1400" i="1" lang="en-US">
                <a:effectLst/>
                <a:latin typeface="Lato" panose="020F0502020204030203" pitchFamily="34" charset="0"/>
                <a:ea typeface="Lato" panose="020F0502020204030203" pitchFamily="34" charset="0"/>
                <a:cs typeface="Lato" panose="020F0502020204030203" pitchFamily="34" charset="0"/>
              </a:rPr>
              <a:t>s</a:t>
            </a:r>
            <a:r>
              <a:rPr sz="1400" i="1" lang="id-ID">
                <a:effectLst/>
                <a:latin typeface="Lato" panose="020F0502020204030203" pitchFamily="34" charset="0"/>
                <a:ea typeface="Lato" panose="020F0502020204030203" pitchFamily="34" charset="0"/>
                <a:cs typeface="Lato" panose="020F0502020204030203" pitchFamily="34" charset="0"/>
              </a:rPr>
              <a:t>ervice</a:t>
            </a:r>
            <a:r>
              <a:rPr sz="1400" lang="id-ID">
                <a:effectLst/>
                <a:latin typeface="Lato" panose="020F0502020204030203" pitchFamily="34" charset="0"/>
                <a:ea typeface="Lato" panose="020F0502020204030203" pitchFamily="34" charset="0"/>
                <a:cs typeface="Lato" panose="020F0502020204030203" pitchFamily="34" charset="0"/>
              </a:rPr>
              <a:t> </a:t>
            </a:r>
            <a:r>
              <a:rPr sz="1400" lang="en-US">
                <a:effectLst/>
                <a:latin typeface="Lato" panose="020F0502020204030203" pitchFamily="34" charset="0"/>
                <a:ea typeface="Lato" panose="020F0502020204030203" pitchFamily="34" charset="0"/>
                <a:cs typeface="Lato" panose="020F0502020204030203" pitchFamily="34" charset="0"/>
              </a:rPr>
              <a:t>k</a:t>
            </a:r>
            <a:r>
              <a:rPr sz="1400" lang="id-ID">
                <a:effectLst/>
                <a:latin typeface="Lato" panose="020F0502020204030203" pitchFamily="34" charset="0"/>
                <a:ea typeface="Lato" panose="020F0502020204030203" pitchFamily="34" charset="0"/>
                <a:cs typeface="Lato" panose="020F0502020204030203" pitchFamily="34" charset="0"/>
              </a:rPr>
              <a:t>omputer yang letaknya berada di Jalan Soekarno Hatta</a:t>
            </a:r>
            <a:r>
              <a:rPr sz="1400" lang="en-US">
                <a:effectLst/>
                <a:latin typeface="Lato" panose="020F0502020204030203" pitchFamily="34" charset="0"/>
                <a:ea typeface="Lato" panose="020F0502020204030203" pitchFamily="34" charset="0"/>
                <a:cs typeface="Lato" panose="020F0502020204030203" pitchFamily="34" charset="0"/>
              </a:rPr>
              <a:t>,</a:t>
            </a:r>
            <a:r>
              <a:rPr sz="1400" lang="id-ID">
                <a:effectLst/>
                <a:latin typeface="Lato" panose="020F0502020204030203" pitchFamily="34" charset="0"/>
                <a:ea typeface="Lato" panose="020F0502020204030203" pitchFamily="34" charset="0"/>
                <a:cs typeface="Lato" panose="020F0502020204030203" pitchFamily="34" charset="0"/>
              </a:rPr>
              <a:t> Bandung, kemudian kantor </a:t>
            </a:r>
            <a:r>
              <a:rPr sz="1400" i="1" lang="id-ID">
                <a:effectLst/>
                <a:latin typeface="Lato" panose="020F0502020204030203" pitchFamily="34" charset="0"/>
                <a:ea typeface="Lato" panose="020F0502020204030203" pitchFamily="34" charset="0"/>
                <a:cs typeface="Lato" panose="020F0502020204030203" pitchFamily="34" charset="0"/>
              </a:rPr>
              <a:t>service</a:t>
            </a:r>
            <a:r>
              <a:rPr sz="1400" lang="id-ID">
                <a:effectLst/>
                <a:latin typeface="Lato" panose="020F0502020204030203" pitchFamily="34" charset="0"/>
                <a:ea typeface="Lato" panose="020F0502020204030203" pitchFamily="34" charset="0"/>
                <a:cs typeface="Lato" panose="020F0502020204030203" pitchFamily="34" charset="0"/>
              </a:rPr>
              <a:t> sempat berpindah di Jalan Kopo</a:t>
            </a:r>
            <a:r>
              <a:rPr sz="1400" lang="en-US">
                <a:effectLst/>
                <a:latin typeface="Lato" panose="020F0502020204030203" pitchFamily="34" charset="0"/>
                <a:ea typeface="Lato" panose="020F0502020204030203" pitchFamily="34" charset="0"/>
                <a:cs typeface="Lato" panose="020F0502020204030203" pitchFamily="34" charset="0"/>
              </a:rPr>
              <a:t>,</a:t>
            </a:r>
            <a:r>
              <a:rPr sz="1400" lang="id-ID">
                <a:effectLst/>
                <a:latin typeface="Lato" panose="020F0502020204030203" pitchFamily="34" charset="0"/>
                <a:ea typeface="Lato" panose="020F0502020204030203" pitchFamily="34" charset="0"/>
                <a:cs typeface="Lato" panose="020F0502020204030203" pitchFamily="34" charset="0"/>
              </a:rPr>
              <a:t> Bandung</a:t>
            </a:r>
            <a:r>
              <a:rPr sz="1400" lang="en-US">
                <a:effectLst/>
                <a:latin typeface="Lato" panose="020F0502020204030203" pitchFamily="34" charset="0"/>
                <a:ea typeface="Lato" panose="020F0502020204030203" pitchFamily="34" charset="0"/>
                <a:cs typeface="Lato" panose="020F0502020204030203" pitchFamily="34" charset="0"/>
              </a:rPr>
              <a:t>, k</a:t>
            </a:r>
            <a:r>
              <a:rPr sz="1400" lang="id-ID">
                <a:effectLst/>
                <a:latin typeface="Lato" panose="020F0502020204030203" pitchFamily="34" charset="0"/>
                <a:ea typeface="Lato" panose="020F0502020204030203" pitchFamily="34" charset="0"/>
                <a:cs typeface="Lato" panose="020F0502020204030203" pitchFamily="34" charset="0"/>
              </a:rPr>
              <a:t>emudian karena terjadi krisis ekonomi pada saat tahun 1997</a:t>
            </a:r>
            <a:r>
              <a:rPr sz="1400" lang="en-US">
                <a:effectLst/>
                <a:latin typeface="Lato" panose="020F0502020204030203" pitchFamily="34" charset="0"/>
                <a:ea typeface="Lato" panose="020F0502020204030203" pitchFamily="34" charset="0"/>
                <a:cs typeface="Lato" panose="020F0502020204030203" pitchFamily="34" charset="0"/>
              </a:rPr>
              <a:t>,</a:t>
            </a:r>
            <a:r>
              <a:rPr sz="1400" lang="id-ID">
                <a:effectLst/>
                <a:latin typeface="Lato" panose="020F0502020204030203" pitchFamily="34" charset="0"/>
                <a:ea typeface="Lato" panose="020F0502020204030203" pitchFamily="34" charset="0"/>
                <a:cs typeface="Lato" panose="020F0502020204030203" pitchFamily="34" charset="0"/>
              </a:rPr>
              <a:t> </a:t>
            </a:r>
            <a:r>
              <a:rPr sz="1400" lang="en-US">
                <a:effectLst/>
                <a:latin typeface="Lato" panose="020F0502020204030203" pitchFamily="34" charset="0"/>
                <a:ea typeface="Lato" panose="020F0502020204030203" pitchFamily="34" charset="0"/>
                <a:cs typeface="Lato" panose="020F0502020204030203" pitchFamily="34" charset="0"/>
              </a:rPr>
              <a:t>k</a:t>
            </a:r>
            <a:r>
              <a:rPr sz="1400" lang="id-ID">
                <a:effectLst/>
                <a:latin typeface="Lato" panose="020F0502020204030203" pitchFamily="34" charset="0"/>
                <a:ea typeface="Lato" panose="020F0502020204030203" pitchFamily="34" charset="0"/>
                <a:cs typeface="Lato" panose="020F0502020204030203" pitchFamily="34" charset="0"/>
              </a:rPr>
              <a:t>antor service dipindahkan ke Ciamis pada tahun 1998 tepatnya di Jalan KH. Ahmad Dahlan No. 05 Ciamis, kemudian </a:t>
            </a:r>
            <a:r>
              <a:rPr sz="1400" lang="en-US">
                <a:effectLst/>
                <a:latin typeface="Lato" panose="020F0502020204030203" pitchFamily="34" charset="0"/>
                <a:ea typeface="Lato" panose="020F0502020204030203" pitchFamily="34" charset="0"/>
                <a:cs typeface="Lato" panose="020F0502020204030203" pitchFamily="34" charset="0"/>
              </a:rPr>
              <a:t>k</a:t>
            </a:r>
            <a:r>
              <a:rPr sz="1400" lang="id-ID">
                <a:effectLst/>
                <a:latin typeface="Lato" panose="020F0502020204030203" pitchFamily="34" charset="0"/>
                <a:ea typeface="Lato" panose="020F0502020204030203" pitchFamily="34" charset="0"/>
                <a:cs typeface="Lato" panose="020F0502020204030203" pitchFamily="34" charset="0"/>
              </a:rPr>
              <a:t>antor </a:t>
            </a:r>
            <a:r>
              <a:rPr sz="1400" i="1" lang="en-US">
                <a:effectLst/>
                <a:latin typeface="Lato" panose="020F0502020204030203" pitchFamily="34" charset="0"/>
                <a:ea typeface="Lato" panose="020F0502020204030203" pitchFamily="34" charset="0"/>
                <a:cs typeface="Lato" panose="020F0502020204030203" pitchFamily="34" charset="0"/>
              </a:rPr>
              <a:t>s</a:t>
            </a:r>
            <a:r>
              <a:rPr sz="1400" i="1" lang="id-ID">
                <a:effectLst/>
                <a:latin typeface="Lato" panose="020F0502020204030203" pitchFamily="34" charset="0"/>
                <a:ea typeface="Lato" panose="020F0502020204030203" pitchFamily="34" charset="0"/>
                <a:cs typeface="Lato" panose="020F0502020204030203" pitchFamily="34" charset="0"/>
              </a:rPr>
              <a:t>ervice</a:t>
            </a:r>
            <a:r>
              <a:rPr sz="1400" lang="id-ID">
                <a:effectLst/>
                <a:latin typeface="Lato" panose="020F0502020204030203" pitchFamily="34" charset="0"/>
                <a:ea typeface="Lato" panose="020F0502020204030203" pitchFamily="34" charset="0"/>
                <a:cs typeface="Lato" panose="020F0502020204030203" pitchFamily="34" charset="0"/>
              </a:rPr>
              <a:t> yang sempat dipindahkan, diberi nama Media Informatika </a:t>
            </a:r>
            <a:r>
              <a:rPr sz="1400" i="1" lang="id-ID">
                <a:effectLst/>
                <a:latin typeface="Lato" panose="020F0502020204030203" pitchFamily="34" charset="0"/>
                <a:ea typeface="Lato" panose="020F0502020204030203" pitchFamily="34" charset="0"/>
                <a:cs typeface="Lato" panose="020F0502020204030203" pitchFamily="34" charset="0"/>
              </a:rPr>
              <a:t>Computer</a:t>
            </a:r>
            <a:r>
              <a:rPr sz="1400" lang="id-ID">
                <a:effectLst/>
                <a:latin typeface="Lato" panose="020F0502020204030203" pitchFamily="34" charset="0"/>
                <a:ea typeface="Lato" panose="020F0502020204030203" pitchFamily="34" charset="0"/>
                <a:cs typeface="Lato" panose="020F0502020204030203" pitchFamily="34" charset="0"/>
              </a:rPr>
              <a:t> dan selanjutnya secara resmi menjadi perusahaan pada tanggal 08 Mei 2001 dengan Akta Notaris No. 01, Itje Sukaesih, S.H.</a:t>
            </a:r>
            <a:endParaRPr sz="1000">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1" name="Shape 193"/>
        <p:cNvGrpSpPr/>
        <p:nvPr/>
      </p:nvGrpSpPr>
      <p:grpSpPr>
        <a:xfrm>
          <a:off x="0" y="0"/>
          <a:ext cx="0" cy="0"/>
          <a:chOff x="0" y="0"/>
          <a:chExt cx="0" cy="0"/>
        </a:xfrm>
      </p:grpSpPr>
      <p:sp>
        <p:nvSpPr>
          <p:cNvPr id="1048621" name="Google Shape;194;p30"/>
          <p:cNvSpPr txBox="1">
            <a:spLocks noGrp="1"/>
          </p:cNvSpPr>
          <p:nvPr>
            <p:ph type="title"/>
          </p:nvPr>
        </p:nvSpPr>
        <p:spPr>
          <a:xfrm>
            <a:off x="729450" y="1322450"/>
            <a:ext cx="7688400" cy="1518600"/>
          </a:xfrm>
          <a:prstGeom prst="rect"/>
        </p:spPr>
        <p:txBody>
          <a:bodyPr anchor="t" anchorCtr="0" bIns="91425" lIns="91425" rIns="91425" spcFirstLastPara="1" tIns="91425" wrap="square">
            <a:noAutofit/>
          </a:bodyPr>
          <a:p>
            <a:pPr algn="l" indent="0" lvl="0" marL="0" rtl="0">
              <a:spcBef>
                <a:spcPts val="0"/>
              </a:spcBef>
              <a:spcAft>
                <a:spcPts val="0"/>
              </a:spcAft>
              <a:buNone/>
            </a:pPr>
            <a:r>
              <a:rPr lang="en-US">
                <a:solidFill>
                  <a:srgbClr val="FFFFFF"/>
                </a:solidFill>
              </a:rPr>
              <a:t>Lingkup Kegiatan PKL</a:t>
            </a:r>
            <a:endParaRPr lang="en-US">
              <a:solidFill>
                <a:srgbClr val="FFFFFF"/>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4" name="Shape 198"/>
        <p:cNvGrpSpPr/>
        <p:nvPr/>
      </p:nvGrpSpPr>
      <p:grpSpPr>
        <a:xfrm>
          <a:off x="0" y="0"/>
          <a:ext cx="0" cy="0"/>
          <a:chOff x="0" y="0"/>
          <a:chExt cx="0" cy="0"/>
        </a:xfrm>
      </p:grpSpPr>
      <p:sp>
        <p:nvSpPr>
          <p:cNvPr id="1048624" name="Google Shape;199;p31"/>
          <p:cNvSpPr txBox="1">
            <a:spLocks noGrp="1"/>
          </p:cNvSpPr>
          <p:nvPr>
            <p:ph type="title"/>
          </p:nvPr>
        </p:nvSpPr>
        <p:spPr>
          <a:xfrm>
            <a:off x="729450" y="1318650"/>
            <a:ext cx="7688700" cy="535200"/>
          </a:xfrm>
          <a:prstGeom prst="rect"/>
        </p:spPr>
        <p:txBody>
          <a:bodyPr anchor="t" anchorCtr="0" bIns="91425" lIns="91425" rIns="91425" spcFirstLastPara="1" tIns="91425" wrap="square">
            <a:noAutofit/>
          </a:bodyPr>
          <a:p>
            <a:pPr algn="l" indent="0" lvl="0" marL="0" rtl="0">
              <a:spcBef>
                <a:spcPts val="0"/>
              </a:spcBef>
              <a:spcAft>
                <a:spcPts val="0"/>
              </a:spcAft>
              <a:buNone/>
            </a:pPr>
            <a:r>
              <a:rPr lang="en-US"/>
              <a:t>Lingkup Kegiatan PKL</a:t>
            </a:r>
          </a:p>
        </p:txBody>
      </p:sp>
      <p:sp>
        <p:nvSpPr>
          <p:cNvPr id="1048625" name="Google Shape;200;p31"/>
          <p:cNvSpPr txBox="1">
            <a:spLocks noGrp="1"/>
          </p:cNvSpPr>
          <p:nvPr>
            <p:ph type="body" idx="1"/>
          </p:nvPr>
        </p:nvSpPr>
        <p:spPr>
          <a:xfrm>
            <a:off x="319606" y="1902759"/>
            <a:ext cx="8098544" cy="2941216"/>
          </a:xfrm>
          <a:prstGeom prst="rect"/>
        </p:spPr>
        <p:txBody>
          <a:bodyPr anchor="t" anchorCtr="0" bIns="91425" lIns="91425" rIns="91425" spcFirstLastPara="1" tIns="91425" wrap="square">
            <a:noAutofit/>
          </a:bodyPr>
          <a:p>
            <a:pPr algn="just" indent="0" marL="450215">
              <a:lnSpc>
                <a:spcPct val="150000"/>
              </a:lnSpc>
              <a:spcAft>
                <a:spcPts val="800"/>
              </a:spcAft>
              <a:buNone/>
            </a:pPr>
            <a:r>
              <a:rPr sz="1400" lang="en-US">
                <a:latin typeface="Lato" panose="020F0502020204030203" pitchFamily="34" charset="0"/>
                <a:ea typeface="Lato" panose="020F0502020204030203" pitchFamily="34" charset="0"/>
                <a:cs typeface="Lato" panose="020F0502020204030203" pitchFamily="34" charset="0"/>
              </a:rPr>
              <a:t>Selama proses Praktik Kerja Lapangan berlangsung, peserta mendapatkan beberapa kegiatan :</a:t>
            </a:r>
          </a:p>
          <a:p>
            <a:pPr algn="just" indent="-342900" marL="793115">
              <a:lnSpc>
                <a:spcPct val="100000"/>
              </a:lnSpc>
              <a:spcAft>
                <a:spcPts val="800"/>
              </a:spcAft>
              <a:buFont typeface="+mj-lt"/>
              <a:buAutoNum type="arabicPeriod"/>
            </a:pPr>
            <a:r>
              <a:rPr sz="1400" lang="en-US">
                <a:latin typeface="Lato" panose="020F0502020204030203" pitchFamily="34" charset="0"/>
                <a:ea typeface="Lato" panose="020F0502020204030203" pitchFamily="34" charset="0"/>
                <a:cs typeface="Lato" panose="020F0502020204030203" pitchFamily="34" charset="0"/>
              </a:rPr>
              <a:t>Melayani pengambilan barang </a:t>
            </a:r>
            <a:r>
              <a:rPr sz="1400" i="1" lang="en-US">
                <a:latin typeface="Lato" panose="020F0502020204030203" pitchFamily="34" charset="0"/>
                <a:ea typeface="Lato" panose="020F0502020204030203" pitchFamily="34" charset="0"/>
                <a:cs typeface="Lato" panose="020F0502020204030203" pitchFamily="34" charset="0"/>
              </a:rPr>
              <a:t>customer</a:t>
            </a:r>
          </a:p>
          <a:p>
            <a:pPr algn="just" indent="-342900" marL="793115">
              <a:lnSpc>
                <a:spcPct val="100000"/>
              </a:lnSpc>
              <a:spcAft>
                <a:spcPts val="800"/>
              </a:spcAft>
              <a:buFont typeface="+mj-lt"/>
              <a:buAutoNum type="arabicPeriod"/>
            </a:pPr>
            <a:r>
              <a:rPr sz="1400" i="1" lang="en-US">
                <a:latin typeface="Lato" panose="020F0502020204030203" pitchFamily="34" charset="0"/>
                <a:ea typeface="Lato" panose="020F0502020204030203" pitchFamily="34" charset="0"/>
                <a:cs typeface="Lato" panose="020F0502020204030203" pitchFamily="34" charset="0"/>
              </a:rPr>
              <a:t>Maintenance hardware k</a:t>
            </a:r>
            <a:r>
              <a:rPr sz="1400" lang="en-US">
                <a:latin typeface="Lato" panose="020F0502020204030203" pitchFamily="34" charset="0"/>
                <a:ea typeface="Lato" panose="020F0502020204030203" pitchFamily="34" charset="0"/>
                <a:cs typeface="Lato" panose="020F0502020204030203" pitchFamily="34" charset="0"/>
              </a:rPr>
              <a:t>omputer</a:t>
            </a:r>
          </a:p>
          <a:p>
            <a:pPr algn="just" indent="-342900" marL="793115">
              <a:lnSpc>
                <a:spcPct val="100000"/>
              </a:lnSpc>
              <a:spcAft>
                <a:spcPts val="800"/>
              </a:spcAft>
              <a:buFont typeface="+mj-lt"/>
              <a:buAutoNum type="arabicPeriod"/>
            </a:pPr>
            <a:r>
              <a:rPr sz="1400" lang="en-US">
                <a:latin typeface="Lato" panose="020F0502020204030203" pitchFamily="34" charset="0"/>
                <a:ea typeface="Lato" panose="020F0502020204030203" pitchFamily="34" charset="0"/>
                <a:cs typeface="Lato" panose="020F0502020204030203" pitchFamily="34" charset="0"/>
              </a:rPr>
              <a:t>Menginstall ulang OS</a:t>
            </a:r>
          </a:p>
          <a:p>
            <a:pPr algn="just" indent="-342900" marL="793115">
              <a:lnSpc>
                <a:spcPct val="100000"/>
              </a:lnSpc>
              <a:spcAft>
                <a:spcPts val="800"/>
              </a:spcAft>
              <a:buFont typeface="+mj-lt"/>
              <a:buAutoNum type="arabicPeriod"/>
            </a:pPr>
            <a:r>
              <a:rPr sz="1400" i="1" lang="en-US">
                <a:latin typeface="Lato" panose="020F0502020204030203" pitchFamily="34" charset="0"/>
                <a:ea typeface="Lato" panose="020F0502020204030203" pitchFamily="34" charset="0"/>
                <a:cs typeface="Lato" panose="020F0502020204030203" pitchFamily="34" charset="0"/>
              </a:rPr>
              <a:t>Charging printer</a:t>
            </a:r>
          </a:p>
          <a:p>
            <a:pPr algn="just" indent="-342900" marL="793115">
              <a:lnSpc>
                <a:spcPct val="100000"/>
              </a:lnSpc>
              <a:spcAft>
                <a:spcPts val="800"/>
              </a:spcAft>
              <a:buFont typeface="+mj-lt"/>
              <a:buAutoNum type="arabicPeriod"/>
            </a:pPr>
            <a:r>
              <a:rPr sz="1400" lang="en-US">
                <a:latin typeface="Lato" panose="020F0502020204030203" pitchFamily="34" charset="0"/>
                <a:ea typeface="Lato" panose="020F0502020204030203" pitchFamily="34" charset="0"/>
                <a:cs typeface="Lato" panose="020F0502020204030203" pitchFamily="34" charset="0"/>
              </a:rPr>
              <a:t>Mencatat barang servisan </a:t>
            </a:r>
            <a:r>
              <a:rPr sz="1400" i="1" lang="en-US">
                <a:latin typeface="Lato" panose="020F0502020204030203" pitchFamily="34" charset="0"/>
                <a:ea typeface="Lato" panose="020F0502020204030203" pitchFamily="34" charset="0"/>
                <a:cs typeface="Lato" panose="020F0502020204030203" pitchFamily="34" charset="0"/>
              </a:rPr>
              <a:t>customer </a:t>
            </a:r>
            <a:r>
              <a:rPr sz="1400" lang="en-US">
                <a:latin typeface="Lato" panose="020F0502020204030203" pitchFamily="34" charset="0"/>
                <a:ea typeface="Lato" panose="020F0502020204030203" pitchFamily="34" charset="0"/>
                <a:cs typeface="Lato" panose="020F0502020204030203" pitchFamily="34" charset="0"/>
              </a:rPr>
              <a:t>masuk</a:t>
            </a:r>
          </a:p>
          <a:p>
            <a:pPr algn="just" indent="-342900" marL="793115">
              <a:lnSpc>
                <a:spcPct val="100000"/>
              </a:lnSpc>
              <a:spcAft>
                <a:spcPts val="800"/>
              </a:spcAft>
              <a:buFont typeface="+mj-lt"/>
              <a:buAutoNum type="arabicPeriod"/>
            </a:pPr>
            <a:r>
              <a:rPr sz="1400" i="1" lang="en-US">
                <a:latin typeface="Lato" panose="020F0502020204030203" pitchFamily="34" charset="0"/>
                <a:ea typeface="Lato" panose="020F0502020204030203" pitchFamily="34" charset="0"/>
                <a:cs typeface="Lato" panose="020F0502020204030203" pitchFamily="34" charset="0"/>
              </a:rPr>
              <a:t>Reset printer</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1" name="Shape 193"/>
        <p:cNvGrpSpPr/>
        <p:nvPr/>
      </p:nvGrpSpPr>
      <p:grpSpPr>
        <a:xfrm>
          <a:off x="0" y="0"/>
          <a:ext cx="0" cy="0"/>
          <a:chOff x="0" y="0"/>
          <a:chExt cx="0" cy="0"/>
        </a:xfrm>
      </p:grpSpPr>
      <p:sp>
        <p:nvSpPr>
          <p:cNvPr id="1048635" name="Google Shape;194;p30"/>
          <p:cNvSpPr txBox="1">
            <a:spLocks noGrp="1"/>
          </p:cNvSpPr>
          <p:nvPr>
            <p:ph type="title"/>
          </p:nvPr>
        </p:nvSpPr>
        <p:spPr>
          <a:xfrm>
            <a:off x="729450" y="1322450"/>
            <a:ext cx="7688400" cy="1518600"/>
          </a:xfrm>
          <a:prstGeom prst="rect"/>
        </p:spPr>
        <p:txBody>
          <a:bodyPr anchor="t" anchorCtr="0" bIns="91425" lIns="91425" rIns="91425" spcFirstLastPara="1" tIns="91425" wrap="square">
            <a:noAutofit/>
          </a:bodyPr>
          <a:p>
            <a:pPr algn="l" indent="0" lvl="0" marL="0" rtl="0">
              <a:spcBef>
                <a:spcPts val="0"/>
              </a:spcBef>
              <a:spcAft>
                <a:spcPts val="0"/>
              </a:spcAft>
              <a:buNone/>
            </a:pPr>
            <a:r>
              <a:rPr altLang="en-US" lang="en-US">
                <a:solidFill>
                  <a:srgbClr val="FFFFFF"/>
                </a:solidFill>
              </a:rPr>
              <a:t>S</a:t>
            </a:r>
            <a:r>
              <a:rPr altLang="en-US" lang="en-US">
                <a:solidFill>
                  <a:srgbClr val="FFFFFF"/>
                </a:solidFill>
              </a:rPr>
              <a:t>e</a:t>
            </a:r>
            <a:r>
              <a:rPr altLang="en-US" lang="en-US">
                <a:solidFill>
                  <a:srgbClr val="FFFFFF"/>
                </a:solidFill>
              </a:rPr>
              <a:t>k</a:t>
            </a:r>
            <a:r>
              <a:rPr altLang="en-US" lang="en-US">
                <a:solidFill>
                  <a:srgbClr val="FFFFFF"/>
                </a:solidFill>
              </a:rPr>
              <a:t>i</a:t>
            </a:r>
            <a:r>
              <a:rPr altLang="en-US" lang="en-US">
                <a:solidFill>
                  <a:srgbClr val="FFFFFF"/>
                </a:solidFill>
              </a:rPr>
              <a:t>a</a:t>
            </a:r>
            <a:r>
              <a:rPr altLang="en-US" lang="en-US">
                <a:solidFill>
                  <a:srgbClr val="FFFFFF"/>
                </a:solidFill>
              </a:rPr>
              <a:t>n</a:t>
            </a:r>
            <a:r>
              <a:rPr altLang="en-US" lang="en-US">
                <a:solidFill>
                  <a:srgbClr val="FFFFFF"/>
                </a:solidFill>
              </a:rPr>
              <a:t> </a:t>
            </a:r>
            <a:r>
              <a:rPr altLang="en-US" lang="en-US">
                <a:solidFill>
                  <a:srgbClr val="FFFFFF"/>
                </a:solidFill>
              </a:rPr>
              <a:t>d</a:t>
            </a:r>
            <a:r>
              <a:rPr altLang="en-US" lang="en-US">
                <a:solidFill>
                  <a:srgbClr val="FFFFFF"/>
                </a:solidFill>
              </a:rPr>
              <a:t>a</a:t>
            </a:r>
            <a:r>
              <a:rPr altLang="en-US" lang="en-US">
                <a:solidFill>
                  <a:srgbClr val="FFFFFF"/>
                </a:solidFill>
              </a:rPr>
              <a:t>n</a:t>
            </a:r>
            <a:r>
              <a:rPr altLang="en-US" lang="en-US">
                <a:solidFill>
                  <a:srgbClr val="FFFFFF"/>
                </a:solidFill>
              </a:rPr>
              <a:t> </a:t>
            </a:r>
            <a:r>
              <a:rPr altLang="en-US" lang="en-US">
                <a:solidFill>
                  <a:srgbClr val="FFFFFF"/>
                </a:solidFill>
              </a:rPr>
              <a:t>T</a:t>
            </a:r>
            <a:r>
              <a:rPr altLang="en-US" lang="en-US">
                <a:solidFill>
                  <a:srgbClr val="FFFFFF"/>
                </a:solidFill>
              </a:rPr>
              <a:t>e</a:t>
            </a:r>
            <a:r>
              <a:rPr altLang="en-US" lang="en-US">
                <a:solidFill>
                  <a:srgbClr val="FFFFFF"/>
                </a:solidFill>
              </a:rPr>
              <a:t>r</a:t>
            </a:r>
            <a:r>
              <a:rPr altLang="en-US" lang="en-US">
                <a:solidFill>
                  <a:srgbClr val="FFFFFF"/>
                </a:solidFill>
              </a:rPr>
              <a:t>i</a:t>
            </a:r>
            <a:r>
              <a:rPr altLang="en-US" lang="en-US">
                <a:solidFill>
                  <a:srgbClr val="FFFFFF"/>
                </a:solidFill>
              </a:rPr>
              <a:t>m</a:t>
            </a:r>
            <a:r>
              <a:rPr altLang="en-US" lang="en-US">
                <a:solidFill>
                  <a:srgbClr val="FFFFFF"/>
                </a:solidFill>
              </a:rPr>
              <a:t>a</a:t>
            </a:r>
            <a:r>
              <a:rPr altLang="en-US" lang="en-US">
                <a:solidFill>
                  <a:srgbClr val="FFFFFF"/>
                </a:solidFill>
              </a:rPr>
              <a:t>k</a:t>
            </a:r>
            <a:r>
              <a:rPr altLang="en-US" lang="en-US">
                <a:solidFill>
                  <a:srgbClr val="FFFFFF"/>
                </a:solidFill>
              </a:rPr>
              <a:t>a</a:t>
            </a:r>
            <a:r>
              <a:rPr altLang="en-US" lang="en-US">
                <a:solidFill>
                  <a:srgbClr val="FFFFFF"/>
                </a:solidFill>
              </a:rPr>
              <a:t>s</a:t>
            </a:r>
            <a:r>
              <a:rPr altLang="en-US" lang="en-US">
                <a:solidFill>
                  <a:srgbClr val="FFFFFF"/>
                </a:solidFill>
              </a:rPr>
              <a:t>i</a:t>
            </a:r>
            <a:r>
              <a:rPr altLang="en-US" lang="en-US">
                <a:solidFill>
                  <a:srgbClr val="FFFFFF"/>
                </a:solidFill>
              </a:rPr>
              <a:t>h</a:t>
            </a:r>
            <a:endParaRPr altLang="en-US" lang="zh-CN">
              <a:solidFill>
                <a:srgbClr val="FFFFFF"/>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Praktik Kerja Lapangan</dc:title>
  <dc:creator>M2006C3MG</dc:creator>
  <cp:lastModifiedBy>kaka kiik</cp:lastModifiedBy>
  <dcterms:created xsi:type="dcterms:W3CDTF">2023-05-09T09:49:40Z</dcterms:created>
  <dcterms:modified xsi:type="dcterms:W3CDTF">2023-05-10T00:15:24Z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4c7c798e77364580971b46c583a573de</vt:lpwstr>
  </property>
</Properties>
</file>